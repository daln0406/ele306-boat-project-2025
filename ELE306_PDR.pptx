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A35BD-F056-3BEA-13D1-074789E39BF6}" v="1" dt="2025-10-01T13:27:05.139"/>
    <p1510:client id="{F7D10E61-018F-4062-8A6D-A987C99AFB84}" v="1045" dt="2025-10-02T09:19:50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Helge Aamodt" userId="S::668798@stud.hvl.no::f8a03e0d-71ff-4e17-b9ad-ef5d3a37d7bd" providerId="AD" clId="Web-{F694F324-B609-B08F-7E61-7B60D7398E47}"/>
    <pc:docChg chg="modSld">
      <pc:chgData name="Lars Helge Aamodt" userId="S::668798@stud.hvl.no::f8a03e0d-71ff-4e17-b9ad-ef5d3a37d7bd" providerId="AD" clId="Web-{F694F324-B609-B08F-7E61-7B60D7398E47}" dt="2025-09-30T15:46:49.746" v="2" actId="1076"/>
      <pc:docMkLst>
        <pc:docMk/>
      </pc:docMkLst>
      <pc:sldChg chg="addSp modSp">
        <pc:chgData name="Lars Helge Aamodt" userId="S::668798@stud.hvl.no::f8a03e0d-71ff-4e17-b9ad-ef5d3a37d7bd" providerId="AD" clId="Web-{F694F324-B609-B08F-7E61-7B60D7398E47}" dt="2025-09-30T15:46:49.746" v="2" actId="1076"/>
        <pc:sldMkLst>
          <pc:docMk/>
          <pc:sldMk cId="277033351" sldId="261"/>
        </pc:sldMkLst>
        <pc:picChg chg="add mod">
          <ac:chgData name="Lars Helge Aamodt" userId="S::668798@stud.hvl.no::f8a03e0d-71ff-4e17-b9ad-ef5d3a37d7bd" providerId="AD" clId="Web-{F694F324-B609-B08F-7E61-7B60D7398E47}" dt="2025-09-30T15:46:49.746" v="2" actId="1076"/>
          <ac:picMkLst>
            <pc:docMk/>
            <pc:sldMk cId="277033351" sldId="261"/>
            <ac:picMk id="4" creationId="{15E7895C-2CC5-9EFE-A898-0F1D2ECC4498}"/>
          </ac:picMkLst>
        </pc:picChg>
      </pc:sldChg>
    </pc:docChg>
  </pc:docChgLst>
  <pc:docChgLst>
    <pc:chgData name="Bendik Bergquist Pedersen" userId="3516aa9a-d0d5-4c0f-903d-eed2d8c54ddf" providerId="ADAL" clId="{A6FE0908-D761-4CA8-8203-95B2046F2B50}"/>
    <pc:docChg chg="modSld">
      <pc:chgData name="Bendik Bergquist Pedersen" userId="3516aa9a-d0d5-4c0f-903d-eed2d8c54ddf" providerId="ADAL" clId="{A6FE0908-D761-4CA8-8203-95B2046F2B50}" dt="2025-10-02T08:59:56.138" v="100" actId="20577"/>
      <pc:docMkLst>
        <pc:docMk/>
      </pc:docMkLst>
      <pc:sldChg chg="modNotesTx">
        <pc:chgData name="Bendik Bergquist Pedersen" userId="3516aa9a-d0d5-4c0f-903d-eed2d8c54ddf" providerId="ADAL" clId="{A6FE0908-D761-4CA8-8203-95B2046F2B50}" dt="2025-10-02T08:59:56.138" v="100" actId="20577"/>
        <pc:sldMkLst>
          <pc:docMk/>
          <pc:sldMk cId="3479392735" sldId="256"/>
        </pc:sldMkLst>
      </pc:sldChg>
    </pc:docChg>
  </pc:docChgLst>
  <pc:docChgLst>
    <pc:chgData name="Lars Folgerø Dale" userId="S::668823@stud.hvl.no::1b68a64f-f8f4-4e24-a3fb-368642b1d72e" providerId="AD" clId="Web-{71F6859F-0727-B82E-1ED0-CD925C4CBABA}"/>
    <pc:docChg chg="modSld">
      <pc:chgData name="Lars Folgerø Dale" userId="S::668823@stud.hvl.no::1b68a64f-f8f4-4e24-a3fb-368642b1d72e" providerId="AD" clId="Web-{71F6859F-0727-B82E-1ED0-CD925C4CBABA}" dt="2025-10-01T21:54:09.239" v="15"/>
      <pc:docMkLst>
        <pc:docMk/>
      </pc:docMkLst>
      <pc:sldChg chg="modNotes">
        <pc:chgData name="Lars Folgerø Dale" userId="S::668823@stud.hvl.no::1b68a64f-f8f4-4e24-a3fb-368642b1d72e" providerId="AD" clId="Web-{71F6859F-0727-B82E-1ED0-CD925C4CBABA}" dt="2025-10-01T21:54:09.239" v="15"/>
        <pc:sldMkLst>
          <pc:docMk/>
          <pc:sldMk cId="1298249689" sldId="260"/>
        </pc:sldMkLst>
      </pc:sldChg>
    </pc:docChg>
  </pc:docChgLst>
  <pc:docChgLst>
    <pc:chgData name="Bendik Bergquist Pedersen" userId="3516aa9a-d0d5-4c0f-903d-eed2d8c54ddf" providerId="ADAL" clId="{2BD48717-7C71-418B-A982-D50A060E823B}"/>
    <pc:docChg chg="undo custSel addSld delSld modSld sldOrd">
      <pc:chgData name="Bendik Bergquist Pedersen" userId="3516aa9a-d0d5-4c0f-903d-eed2d8c54ddf" providerId="ADAL" clId="{2BD48717-7C71-418B-A982-D50A060E823B}" dt="2025-10-02T09:19:50.344" v="1043" actId="20577"/>
      <pc:docMkLst>
        <pc:docMk/>
      </pc:docMkLst>
      <pc:sldChg chg="modNotesTx">
        <pc:chgData name="Bendik Bergquist Pedersen" userId="3516aa9a-d0d5-4c0f-903d-eed2d8c54ddf" providerId="ADAL" clId="{2BD48717-7C71-418B-A982-D50A060E823B}" dt="2025-10-01T13:49:26.404" v="981" actId="20577"/>
        <pc:sldMkLst>
          <pc:docMk/>
          <pc:sldMk cId="3479392735" sldId="256"/>
        </pc:sldMkLst>
      </pc:sldChg>
      <pc:sldChg chg="modSp mod modNotesTx">
        <pc:chgData name="Bendik Bergquist Pedersen" userId="3516aa9a-d0d5-4c0f-903d-eed2d8c54ddf" providerId="ADAL" clId="{2BD48717-7C71-418B-A982-D50A060E823B}" dt="2025-10-01T13:41:34.131" v="476" actId="20577"/>
        <pc:sldMkLst>
          <pc:docMk/>
          <pc:sldMk cId="349169184" sldId="257"/>
        </pc:sldMkLst>
        <pc:picChg chg="mod">
          <ac:chgData name="Bendik Bergquist Pedersen" userId="3516aa9a-d0d5-4c0f-903d-eed2d8c54ddf" providerId="ADAL" clId="{2BD48717-7C71-418B-A982-D50A060E823B}" dt="2025-09-30T07:17:50.542" v="5" actId="1076"/>
          <ac:picMkLst>
            <pc:docMk/>
            <pc:sldMk cId="349169184" sldId="257"/>
            <ac:picMk id="11" creationId="{22F4B122-A976-4851-C7CC-0EFC7AE6A1DF}"/>
          </ac:picMkLst>
        </pc:picChg>
      </pc:sldChg>
      <pc:sldChg chg="addSp modSp mod">
        <pc:chgData name="Bendik Bergquist Pedersen" userId="3516aa9a-d0d5-4c0f-903d-eed2d8c54ddf" providerId="ADAL" clId="{2BD48717-7C71-418B-A982-D50A060E823B}" dt="2025-09-29T17:41:05.621" v="4" actId="1076"/>
        <pc:sldMkLst>
          <pc:docMk/>
          <pc:sldMk cId="953860977" sldId="258"/>
        </pc:sldMkLst>
      </pc:sldChg>
      <pc:sldChg chg="addSp delSp modSp mod modNotesTx">
        <pc:chgData name="Bendik Bergquist Pedersen" userId="3516aa9a-d0d5-4c0f-903d-eed2d8c54ddf" providerId="ADAL" clId="{2BD48717-7C71-418B-A982-D50A060E823B}" dt="2025-10-01T13:49:43.961" v="996" actId="20577"/>
        <pc:sldMkLst>
          <pc:docMk/>
          <pc:sldMk cId="2829874591" sldId="259"/>
        </pc:sldMkLst>
        <pc:spChg chg="mod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" creationId="{F3BA4131-E115-AA5B-54CE-33C9B2E09E4C}"/>
          </ac:spMkLst>
        </pc:spChg>
        <pc:spChg chg="mod ord">
          <ac:chgData name="Bendik Bergquist Pedersen" userId="3516aa9a-d0d5-4c0f-903d-eed2d8c54ddf" providerId="ADAL" clId="{2BD48717-7C71-418B-A982-D50A060E823B}" dt="2025-10-01T13:40:29.614" v="464" actId="15"/>
          <ac:spMkLst>
            <pc:docMk/>
            <pc:sldMk cId="2829874591" sldId="259"/>
            <ac:spMk id="4" creationId="{278E744B-C1FE-FB7A-E19B-44EA32DCFC2B}"/>
          </ac:spMkLst>
        </pc:spChg>
        <pc:spChg chg="add mod">
          <ac:chgData name="Bendik Bergquist Pedersen" userId="3516aa9a-d0d5-4c0f-903d-eed2d8c54ddf" providerId="ADAL" clId="{2BD48717-7C71-418B-A982-D50A060E823B}" dt="2025-10-01T13:40:46.337" v="467" actId="1076"/>
          <ac:spMkLst>
            <pc:docMk/>
            <pc:sldMk cId="2829874591" sldId="259"/>
            <ac:spMk id="6" creationId="{3902630F-9E3A-BAA0-B41E-79591B1E75AF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2" creationId="{5EC20066-B483-D6B1-EC36-FAAFB3E5F521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3" creationId="{41D86F16-1543-E107-9120-6E204CE16098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4" creationId="{127313E5-3E65-49D7-4438-C0D53DB31388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15" creationId="{1093C329-905F-EEC7-AF9C-E79BEFA949A0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16" creationId="{3EFA59C3-18DA-ACA6-C45F-8DAFE698A215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21" creationId="{04812C46-200A-4DEB-A05E-3ED6C68C2387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23" creationId="{D1EA859B-E555-4109-94F3-6700E046E008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5" creationId="{6CB927A4-E432-4310-9CD5-E89FF5063179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6" creationId="{327D73B4-9F5C-4A64-A179-51B9500CB8B5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7" creationId="{1453BF6C-B012-48B7-B4E8-6D7AC7C27D02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8" creationId="{C1F06963-6374-4B48-844F-071A9BAAAE02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9" creationId="{E3020543-B24B-4EC4-8FFC-8DD88EEA91A8}"/>
          </ac:spMkLst>
        </pc:spChg>
        <pc:picChg chg="add mod ord">
          <ac:chgData name="Bendik Bergquist Pedersen" userId="3516aa9a-d0d5-4c0f-903d-eed2d8c54ddf" providerId="ADAL" clId="{2BD48717-7C71-418B-A982-D50A060E823B}" dt="2025-10-01T13:40:07.562" v="440" actId="1076"/>
          <ac:picMkLst>
            <pc:docMk/>
            <pc:sldMk cId="2829874591" sldId="259"/>
            <ac:picMk id="5" creationId="{0511FC4D-047C-058E-D547-9E81B0360ED9}"/>
          </ac:picMkLst>
        </pc:picChg>
      </pc:sldChg>
      <pc:sldChg chg="addSp delSp modSp mod modNotesTx">
        <pc:chgData name="Bendik Bergquist Pedersen" userId="3516aa9a-d0d5-4c0f-903d-eed2d8c54ddf" providerId="ADAL" clId="{2BD48717-7C71-418B-A982-D50A060E823B}" dt="2025-10-02T09:19:50.344" v="1043" actId="20577"/>
        <pc:sldMkLst>
          <pc:docMk/>
          <pc:sldMk cId="1298249689" sldId="260"/>
        </pc:sldMkLst>
        <pc:grpChg chg="del mod">
          <ac:chgData name="Bendik Bergquist Pedersen" userId="3516aa9a-d0d5-4c0f-903d-eed2d8c54ddf" providerId="ADAL" clId="{2BD48717-7C71-418B-A982-D50A060E823B}" dt="2025-10-01T13:35:06.071" v="354"/>
          <ac:grpSpMkLst>
            <pc:docMk/>
            <pc:sldMk cId="1298249689" sldId="260"/>
            <ac:grpSpMk id="8" creationId="{38B2F64F-1FBC-C7E1-4583-7CDE48676D74}"/>
          </ac:grpSpMkLst>
        </pc:grpChg>
        <pc:grpChg chg="del mod">
          <ac:chgData name="Bendik Bergquist Pedersen" userId="3516aa9a-d0d5-4c0f-903d-eed2d8c54ddf" providerId="ADAL" clId="{2BD48717-7C71-418B-A982-D50A060E823B}" dt="2025-10-01T13:35:17.203" v="358"/>
          <ac:grpSpMkLst>
            <pc:docMk/>
            <pc:sldMk cId="1298249689" sldId="260"/>
            <ac:grpSpMk id="20" creationId="{C44DCBFC-714B-8F6C-D7E8-64C69A9FC73D}"/>
          </ac:grpSpMkLst>
        </pc:grpChg>
        <pc:grpChg chg="del mod">
          <ac:chgData name="Bendik Bergquist Pedersen" userId="3516aa9a-d0d5-4c0f-903d-eed2d8c54ddf" providerId="ADAL" clId="{2BD48717-7C71-418B-A982-D50A060E823B}" dt="2025-10-01T13:35:18.242" v="360"/>
          <ac:grpSpMkLst>
            <pc:docMk/>
            <pc:sldMk cId="1298249689" sldId="260"/>
            <ac:grpSpMk id="23" creationId="{FAC97683-E0CF-EFF9-F0BD-26A98943EEE7}"/>
          </ac:grpSpMkLst>
        </pc:grpChg>
        <pc:grpChg chg="add del mod">
          <ac:chgData name="Bendik Bergquist Pedersen" userId="3516aa9a-d0d5-4c0f-903d-eed2d8c54ddf" providerId="ADAL" clId="{2BD48717-7C71-418B-A982-D50A060E823B}" dt="2025-10-01T13:35:28.159" v="367"/>
          <ac:grpSpMkLst>
            <pc:docMk/>
            <pc:sldMk cId="1298249689" sldId="260"/>
            <ac:grpSpMk id="25" creationId="{670BFA35-5D7A-8E70-A376-D84F687352E4}"/>
          </ac:grpSpMkLst>
        </pc:grpChg>
        <pc:grpChg chg="mod">
          <ac:chgData name="Bendik Bergquist Pedersen" userId="3516aa9a-d0d5-4c0f-903d-eed2d8c54ddf" providerId="ADAL" clId="{2BD48717-7C71-418B-A982-D50A060E823B}" dt="2025-10-01T13:35:28.159" v="367"/>
          <ac:grpSpMkLst>
            <pc:docMk/>
            <pc:sldMk cId="1298249689" sldId="260"/>
            <ac:grpSpMk id="30" creationId="{FE39B559-7207-29FB-5CD1-91E4B8C220CA}"/>
          </ac:grpSpMkLst>
        </pc:grpChg>
        <pc:grpChg chg="del mod">
          <ac:chgData name="Bendik Bergquist Pedersen" userId="3516aa9a-d0d5-4c0f-903d-eed2d8c54ddf" providerId="ADAL" clId="{2BD48717-7C71-418B-A982-D50A060E823B}" dt="2025-10-01T13:35:51.248" v="380"/>
          <ac:grpSpMkLst>
            <pc:docMk/>
            <pc:sldMk cId="1298249689" sldId="260"/>
            <ac:grpSpMk id="36" creationId="{5AA56359-2350-AE74-094C-0EC9A9F139C1}"/>
          </ac:grpSpMkLst>
        </pc:grpChg>
        <pc:grpChg chg="del mod">
          <ac:chgData name="Bendik Bergquist Pedersen" userId="3516aa9a-d0d5-4c0f-903d-eed2d8c54ddf" providerId="ADAL" clId="{2BD48717-7C71-418B-A982-D50A060E823B}" dt="2025-10-01T13:35:55.622" v="385"/>
          <ac:grpSpMkLst>
            <pc:docMk/>
            <pc:sldMk cId="1298249689" sldId="260"/>
            <ac:grpSpMk id="39" creationId="{5150095A-9FFB-59B6-09BB-74B3D77D8D24}"/>
          </ac:grpSpMkLst>
        </pc:grpChg>
        <pc:grpChg chg="del mod">
          <ac:chgData name="Bendik Bergquist Pedersen" userId="3516aa9a-d0d5-4c0f-903d-eed2d8c54ddf" providerId="ADAL" clId="{2BD48717-7C71-418B-A982-D50A060E823B}" dt="2025-10-01T13:36:18.933" v="392"/>
          <ac:grpSpMkLst>
            <pc:docMk/>
            <pc:sldMk cId="1298249689" sldId="260"/>
            <ac:grpSpMk id="44" creationId="{5AAD0996-E747-DDED-0E1B-57EBDA13D32D}"/>
          </ac:grpSpMkLst>
        </pc:grpChg>
        <pc:grpChg chg="del mod">
          <ac:chgData name="Bendik Bergquist Pedersen" userId="3516aa9a-d0d5-4c0f-903d-eed2d8c54ddf" providerId="ADAL" clId="{2BD48717-7C71-418B-A982-D50A060E823B}" dt="2025-10-01T13:36:27.326" v="407"/>
          <ac:grpSpMkLst>
            <pc:docMk/>
            <pc:sldMk cId="1298249689" sldId="260"/>
            <ac:grpSpMk id="48" creationId="{C0DE7926-71E6-B0E3-F112-462CC1F65335}"/>
          </ac:grpSpMkLst>
        </pc:grpChg>
        <pc:grpChg chg="del mod">
          <ac:chgData name="Bendik Bergquist Pedersen" userId="3516aa9a-d0d5-4c0f-903d-eed2d8c54ddf" providerId="ADAL" clId="{2BD48717-7C71-418B-A982-D50A060E823B}" dt="2025-10-01T13:37:14.311" v="422"/>
          <ac:grpSpMkLst>
            <pc:docMk/>
            <pc:sldMk cId="1298249689" sldId="260"/>
            <ac:grpSpMk id="58" creationId="{6ED84CED-9D01-05AB-A60C-2EAE0756EB5B}"/>
          </ac:grpSpMkLst>
        </pc:grpChg>
        <pc:grpChg chg="del mod">
          <ac:chgData name="Bendik Bergquist Pedersen" userId="3516aa9a-d0d5-4c0f-903d-eed2d8c54ddf" providerId="ADAL" clId="{2BD48717-7C71-418B-A982-D50A060E823B}" dt="2025-10-01T13:43:00.245" v="492" actId="478"/>
          <ac:grpSpMkLst>
            <pc:docMk/>
            <pc:sldMk cId="1298249689" sldId="260"/>
            <ac:grpSpMk id="65" creationId="{A93BBE91-5884-577C-ABE0-4D52F8E9A48D}"/>
          </ac:grpSpMkLst>
        </pc:grpChg>
        <pc:inkChg chg="add del">
          <ac:chgData name="Bendik Bergquist Pedersen" userId="3516aa9a-d0d5-4c0f-903d-eed2d8c54ddf" providerId="ADAL" clId="{2BD48717-7C71-418B-A982-D50A060E823B}" dt="2025-10-01T13:34:51.688" v="343" actId="9405"/>
          <ac:inkMkLst>
            <pc:docMk/>
            <pc:sldMk cId="1298249689" sldId="260"/>
            <ac:inkMk id="3" creationId="{587A195E-0C7E-E0F9-6855-32EBBF958A23}"/>
          </ac:inkMkLst>
        </pc:inkChg>
        <pc:inkChg chg="add mod">
          <ac:chgData name="Bendik Bergquist Pedersen" userId="3516aa9a-d0d5-4c0f-903d-eed2d8c54ddf" providerId="ADAL" clId="{2BD48717-7C71-418B-A982-D50A060E823B}" dt="2025-10-01T13:42:55.407" v="489" actId="1076"/>
          <ac:inkMkLst>
            <pc:docMk/>
            <pc:sldMk cId="1298249689" sldId="260"/>
            <ac:inkMk id="4" creationId="{CF025E7C-3E6F-FD89-B6F2-D606012BD7E4}"/>
          </ac:inkMkLst>
        </pc:inkChg>
        <pc:inkChg chg="add mod">
          <ac:chgData name="Bendik Bergquist Pedersen" userId="3516aa9a-d0d5-4c0f-903d-eed2d8c54ddf" providerId="ADAL" clId="{2BD48717-7C71-418B-A982-D50A060E823B}" dt="2025-10-01T13:35:14.430" v="355"/>
          <ac:inkMkLst>
            <pc:docMk/>
            <pc:sldMk cId="1298249689" sldId="260"/>
            <ac:inkMk id="5" creationId="{F752EB98-636C-0F24-598E-55EE3D3FED2F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6" creationId="{F60AC888-D986-C8F8-8607-989F58AB838D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7" creationId="{D335FDAB-15F1-29D7-4F78-24961688EAA2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9" creationId="{0672F1E6-7BF1-B4C3-BD79-D55E33F4DB74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10" creationId="{E02F0980-8DE6-CF5F-DAF1-76D83273459F}"/>
          </ac:inkMkLst>
        </pc:inkChg>
        <pc:inkChg chg="add mod">
          <ac:chgData name="Bendik Bergquist Pedersen" userId="3516aa9a-d0d5-4c0f-903d-eed2d8c54ddf" providerId="ADAL" clId="{2BD48717-7C71-418B-A982-D50A060E823B}" dt="2025-10-01T13:35:17.203" v="358"/>
          <ac:inkMkLst>
            <pc:docMk/>
            <pc:sldMk cId="1298249689" sldId="260"/>
            <ac:inkMk id="11" creationId="{E3DEB48B-27B5-85D0-6B05-0F268B98ACC6}"/>
          </ac:inkMkLst>
        </pc:inkChg>
        <pc:inkChg chg="add del mod">
          <ac:chgData name="Bendik Bergquist Pedersen" userId="3516aa9a-d0d5-4c0f-903d-eed2d8c54ddf" providerId="ADAL" clId="{2BD48717-7C71-418B-A982-D50A060E823B}" dt="2025-10-01T13:35:14.430" v="355"/>
          <ac:inkMkLst>
            <pc:docMk/>
            <pc:sldMk cId="1298249689" sldId="260"/>
            <ac:inkMk id="17" creationId="{0235CF38-CDB3-60B7-C45F-0DF8273DF4A4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18" creationId="{3B18DA1D-359A-C00A-9BC9-C1A862BA503D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19" creationId="{74FE104B-7CFC-FF7C-F43E-4A5DCCADA2F1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1" creationId="{0F19517E-FDCD-F180-921F-F218988EB7B6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2" creationId="{DA5A117F-A261-CC58-498B-08C50CF834C3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24" creationId="{77B9A2EA-9CED-F8C3-DCAA-1C20C3C52593}"/>
          </ac:inkMkLst>
        </pc:inkChg>
        <pc:inkChg chg="add del mod">
          <ac:chgData name="Bendik Bergquist Pedersen" userId="3516aa9a-d0d5-4c0f-903d-eed2d8c54ddf" providerId="ADAL" clId="{2BD48717-7C71-418B-A982-D50A060E823B}" dt="2025-10-01T13:35:29.747" v="370" actId="9405"/>
          <ac:inkMkLst>
            <pc:docMk/>
            <pc:sldMk cId="1298249689" sldId="260"/>
            <ac:inkMk id="26" creationId="{DAE0B5E1-33A6-9066-DA63-99FDEAC3AE05}"/>
          </ac:inkMkLst>
        </pc:inkChg>
        <pc:inkChg chg="add del">
          <ac:chgData name="Bendik Bergquist Pedersen" userId="3516aa9a-d0d5-4c0f-903d-eed2d8c54ddf" providerId="ADAL" clId="{2BD48717-7C71-418B-A982-D50A060E823B}" dt="2025-10-01T13:35:28.844" v="369" actId="9405"/>
          <ac:inkMkLst>
            <pc:docMk/>
            <pc:sldMk cId="1298249689" sldId="260"/>
            <ac:inkMk id="27" creationId="{C465C757-2EE2-3A9D-1182-FC41FA67455E}"/>
          </ac:inkMkLst>
        </pc:inkChg>
        <pc:inkChg chg="add del">
          <ac:chgData name="Bendik Bergquist Pedersen" userId="3516aa9a-d0d5-4c0f-903d-eed2d8c54ddf" providerId="ADAL" clId="{2BD48717-7C71-418B-A982-D50A060E823B}" dt="2025-10-01T13:35:28.534" v="368" actId="9405"/>
          <ac:inkMkLst>
            <pc:docMk/>
            <pc:sldMk cId="1298249689" sldId="260"/>
            <ac:inkMk id="28" creationId="{B32A6C96-6B8B-019E-235B-701ED64D466D}"/>
          </ac:inkMkLst>
        </pc:inkChg>
        <pc:inkChg chg="add del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9" creationId="{090A4388-FE07-2B69-439B-1AD6D979B74C}"/>
          </ac:inkMkLst>
        </pc:inkChg>
        <pc:inkChg chg="add del">
          <ac:chgData name="Bendik Bergquist Pedersen" userId="3516aa9a-d0d5-4c0f-903d-eed2d8c54ddf" providerId="ADAL" clId="{2BD48717-7C71-418B-A982-D50A060E823B}" dt="2025-10-01T13:35:41.087" v="372"/>
          <ac:inkMkLst>
            <pc:docMk/>
            <pc:sldMk cId="1298249689" sldId="260"/>
            <ac:inkMk id="31" creationId="{67BF0F58-98D2-8AA3-F964-16C2C926F0A0}"/>
          </ac:inkMkLst>
        </pc:inkChg>
        <pc:inkChg chg="add del mod">
          <ac:chgData name="Bendik Bergquist Pedersen" userId="3516aa9a-d0d5-4c0f-903d-eed2d8c54ddf" providerId="ADAL" clId="{2BD48717-7C71-418B-A982-D50A060E823B}" dt="2025-10-01T13:35:46.861" v="376"/>
          <ac:inkMkLst>
            <pc:docMk/>
            <pc:sldMk cId="1298249689" sldId="260"/>
            <ac:inkMk id="32" creationId="{3C7A74F4-7734-0F7E-9B1B-352FED4FF586}"/>
          </ac:inkMkLst>
        </pc:inkChg>
        <pc:inkChg chg="add del">
          <ac:chgData name="Bendik Bergquist Pedersen" userId="3516aa9a-d0d5-4c0f-903d-eed2d8c54ddf" providerId="ADAL" clId="{2BD48717-7C71-418B-A982-D50A060E823B}" dt="2025-10-01T13:35:46.860" v="375"/>
          <ac:inkMkLst>
            <pc:docMk/>
            <pc:sldMk cId="1298249689" sldId="260"/>
            <ac:inkMk id="33" creationId="{480A09AC-8286-1769-5A8C-B5401F1CF893}"/>
          </ac:inkMkLst>
        </pc:inkChg>
        <pc:inkChg chg="add del mod">
          <ac:chgData name="Bendik Bergquist Pedersen" userId="3516aa9a-d0d5-4c0f-903d-eed2d8c54ddf" providerId="ADAL" clId="{2BD48717-7C71-418B-A982-D50A060E823B}" dt="2025-10-01T13:35:53.739" v="382"/>
          <ac:inkMkLst>
            <pc:docMk/>
            <pc:sldMk cId="1298249689" sldId="260"/>
            <ac:inkMk id="34" creationId="{04D9AFB3-9775-9B7B-EE76-A1FB96EA961B}"/>
          </ac:inkMkLst>
        </pc:inkChg>
        <pc:inkChg chg="add del mod">
          <ac:chgData name="Bendik Bergquist Pedersen" userId="3516aa9a-d0d5-4c0f-903d-eed2d8c54ddf" providerId="ADAL" clId="{2BD48717-7C71-418B-A982-D50A060E823B}" dt="2025-10-01T13:35:51.248" v="380"/>
          <ac:inkMkLst>
            <pc:docMk/>
            <pc:sldMk cId="1298249689" sldId="260"/>
            <ac:inkMk id="35" creationId="{A20404E4-6FA6-C225-61CB-4ABDD53B3B8E}"/>
          </ac:inkMkLst>
        </pc:inkChg>
        <pc:inkChg chg="add del mod">
          <ac:chgData name="Bendik Bergquist Pedersen" userId="3516aa9a-d0d5-4c0f-903d-eed2d8c54ddf" providerId="ADAL" clId="{2BD48717-7C71-418B-A982-D50A060E823B}" dt="2025-10-01T13:42:56.680" v="490" actId="478"/>
          <ac:inkMkLst>
            <pc:docMk/>
            <pc:sldMk cId="1298249689" sldId="260"/>
            <ac:inkMk id="37" creationId="{51EC52DF-06ED-5E95-DF8B-9308E01FA11F}"/>
          </ac:inkMkLst>
        </pc:inkChg>
        <pc:inkChg chg="add del mod">
          <ac:chgData name="Bendik Bergquist Pedersen" userId="3516aa9a-d0d5-4c0f-903d-eed2d8c54ddf" providerId="ADAL" clId="{2BD48717-7C71-418B-A982-D50A060E823B}" dt="2025-10-01T13:35:55.622" v="385"/>
          <ac:inkMkLst>
            <pc:docMk/>
            <pc:sldMk cId="1298249689" sldId="260"/>
            <ac:inkMk id="38" creationId="{54FB8606-47D9-72AB-E506-92347E8E635A}"/>
          </ac:inkMkLst>
        </pc:inkChg>
        <pc:inkChg chg="add del">
          <ac:chgData name="Bendik Bergquist Pedersen" userId="3516aa9a-d0d5-4c0f-903d-eed2d8c54ddf" providerId="ADAL" clId="{2BD48717-7C71-418B-A982-D50A060E823B}" dt="2025-10-01T13:35:57.340" v="387"/>
          <ac:inkMkLst>
            <pc:docMk/>
            <pc:sldMk cId="1298249689" sldId="260"/>
            <ac:inkMk id="40" creationId="{0403E2FF-4F55-7DB8-006C-DD31158E5352}"/>
          </ac:inkMkLst>
        </pc:inkChg>
        <pc:inkChg chg="add del">
          <ac:chgData name="Bendik Bergquist Pedersen" userId="3516aa9a-d0d5-4c0f-903d-eed2d8c54ddf" providerId="ADAL" clId="{2BD48717-7C71-418B-A982-D50A060E823B}" dt="2025-10-01T13:42:58.431" v="491" actId="478"/>
          <ac:inkMkLst>
            <pc:docMk/>
            <pc:sldMk cId="1298249689" sldId="260"/>
            <ac:inkMk id="41" creationId="{AF423B35-CB17-B44C-5780-B935872A946D}"/>
          </ac:inkMkLst>
        </pc:inkChg>
        <pc:inkChg chg="add del mod">
          <ac:chgData name="Bendik Bergquist Pedersen" userId="3516aa9a-d0d5-4c0f-903d-eed2d8c54ddf" providerId="ADAL" clId="{2BD48717-7C71-418B-A982-D50A060E823B}" dt="2025-10-01T13:36:18.933" v="392"/>
          <ac:inkMkLst>
            <pc:docMk/>
            <pc:sldMk cId="1298249689" sldId="260"/>
            <ac:inkMk id="42" creationId="{BC0A8543-9256-B2B1-07B9-D7218181DA94}"/>
          </ac:inkMkLst>
        </pc:inkChg>
        <pc:inkChg chg="add del mod">
          <ac:chgData name="Bendik Bergquist Pedersen" userId="3516aa9a-d0d5-4c0f-903d-eed2d8c54ddf" providerId="ADAL" clId="{2BD48717-7C71-418B-A982-D50A060E823B}" dt="2025-10-01T13:36:18.933" v="393"/>
          <ac:inkMkLst>
            <pc:docMk/>
            <pc:sldMk cId="1298249689" sldId="260"/>
            <ac:inkMk id="43" creationId="{9EE38F29-D06B-711E-8D8E-548252FBB21B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7"/>
          <ac:inkMkLst>
            <pc:docMk/>
            <pc:sldMk cId="1298249689" sldId="260"/>
            <ac:inkMk id="45" creationId="{7C62A2A9-CCA1-1288-3BEA-2561755AAA9B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8"/>
          <ac:inkMkLst>
            <pc:docMk/>
            <pc:sldMk cId="1298249689" sldId="260"/>
            <ac:inkMk id="46" creationId="{33831208-DDA6-E236-39C1-9912BD370C08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6"/>
          <ac:inkMkLst>
            <pc:docMk/>
            <pc:sldMk cId="1298249689" sldId="260"/>
            <ac:inkMk id="47" creationId="{F71258B3-B553-F879-7F38-0B45F6B0A219}"/>
          </ac:inkMkLst>
        </pc:inkChg>
        <pc:inkChg chg="add del">
          <ac:chgData name="Bendik Bergquist Pedersen" userId="3516aa9a-d0d5-4c0f-903d-eed2d8c54ddf" providerId="ADAL" clId="{2BD48717-7C71-418B-A982-D50A060E823B}" dt="2025-10-01T13:36:24.804" v="401"/>
          <ac:inkMkLst>
            <pc:docMk/>
            <pc:sldMk cId="1298249689" sldId="260"/>
            <ac:inkMk id="49" creationId="{3299A08C-6EDA-2050-8C58-8EA5595F73EE}"/>
          </ac:inkMkLst>
        </pc:inkChg>
        <pc:inkChg chg="add del">
          <ac:chgData name="Bendik Bergquist Pedersen" userId="3516aa9a-d0d5-4c0f-903d-eed2d8c54ddf" providerId="ADAL" clId="{2BD48717-7C71-418B-A982-D50A060E823B}" dt="2025-10-01T13:36:24.804" v="400"/>
          <ac:inkMkLst>
            <pc:docMk/>
            <pc:sldMk cId="1298249689" sldId="260"/>
            <ac:inkMk id="50" creationId="{CF388BD5-151C-D668-E98F-A36C3656C803}"/>
          </ac:inkMkLst>
        </pc:inkChg>
        <pc:inkChg chg="add del">
          <ac:chgData name="Bendik Bergquist Pedersen" userId="3516aa9a-d0d5-4c0f-903d-eed2d8c54ddf" providerId="ADAL" clId="{2BD48717-7C71-418B-A982-D50A060E823B}" dt="2025-10-01T13:36:26.686" v="404"/>
          <ac:inkMkLst>
            <pc:docMk/>
            <pc:sldMk cId="1298249689" sldId="260"/>
            <ac:inkMk id="51" creationId="{0B748B57-98B4-7CF0-06CA-07F9A88B78E6}"/>
          </ac:inkMkLst>
        </pc:inkChg>
        <pc:inkChg chg="add del">
          <ac:chgData name="Bendik Bergquist Pedersen" userId="3516aa9a-d0d5-4c0f-903d-eed2d8c54ddf" providerId="ADAL" clId="{2BD48717-7C71-418B-A982-D50A060E823B}" dt="2025-10-01T13:36:26.692" v="405"/>
          <ac:inkMkLst>
            <pc:docMk/>
            <pc:sldMk cId="1298249689" sldId="260"/>
            <ac:inkMk id="52" creationId="{6A02B477-8801-9380-2A51-68E5F7846A82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1" v="422"/>
          <ac:inkMkLst>
            <pc:docMk/>
            <pc:sldMk cId="1298249689" sldId="260"/>
            <ac:inkMk id="53" creationId="{0B4ACA57-527E-3091-F175-2F86702AE6FD}"/>
          </ac:inkMkLst>
        </pc:inkChg>
        <pc:inkChg chg="add del mod">
          <ac:chgData name="Bendik Bergquist Pedersen" userId="3516aa9a-d0d5-4c0f-903d-eed2d8c54ddf" providerId="ADAL" clId="{2BD48717-7C71-418B-A982-D50A060E823B}" dt="2025-10-01T13:37:14.308" v="420"/>
          <ac:inkMkLst>
            <pc:docMk/>
            <pc:sldMk cId="1298249689" sldId="260"/>
            <ac:inkMk id="54" creationId="{F300F1E9-5CFA-8737-5FE4-FA348BCDEC32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0" v="421"/>
          <ac:inkMkLst>
            <pc:docMk/>
            <pc:sldMk cId="1298249689" sldId="260"/>
            <ac:inkMk id="55" creationId="{CEA7E75D-BF58-3AE6-1002-F8BD79F4C006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1" v="423"/>
          <ac:inkMkLst>
            <pc:docMk/>
            <pc:sldMk cId="1298249689" sldId="260"/>
            <ac:inkMk id="56" creationId="{683290DC-DF82-067F-D51A-5A6FBE355FCA}"/>
          </ac:inkMkLst>
        </pc:inkChg>
        <pc:inkChg chg="add del mod">
          <ac:chgData name="Bendik Bergquist Pedersen" userId="3516aa9a-d0d5-4c0f-903d-eed2d8c54ddf" providerId="ADAL" clId="{2BD48717-7C71-418B-A982-D50A060E823B}" dt="2025-10-01T13:37:01.799" v="417"/>
          <ac:inkMkLst>
            <pc:docMk/>
            <pc:sldMk cId="1298249689" sldId="260"/>
            <ac:inkMk id="57" creationId="{FC881B05-F142-D221-EB1D-B56A0B8CD6E0}"/>
          </ac:inkMkLst>
        </pc:inkChg>
        <pc:inkChg chg="add del mod">
          <ac:chgData name="Bendik Bergquist Pedersen" userId="3516aa9a-d0d5-4c0f-903d-eed2d8c54ddf" providerId="ADAL" clId="{2BD48717-7C71-418B-A982-D50A060E823B}" dt="2025-10-01T13:43:00.245" v="492" actId="478"/>
          <ac:inkMkLst>
            <pc:docMk/>
            <pc:sldMk cId="1298249689" sldId="260"/>
            <ac:inkMk id="59" creationId="{56FD1E81-8C45-D37C-6B1E-593FC3DD926B}"/>
          </ac:inkMkLst>
        </pc:inkChg>
        <pc:inkChg chg="add del">
          <ac:chgData name="Bendik Bergquist Pedersen" userId="3516aa9a-d0d5-4c0f-903d-eed2d8c54ddf" providerId="ADAL" clId="{2BD48717-7C71-418B-A982-D50A060E823B}" dt="2025-10-01T13:37:16.180" v="425"/>
          <ac:inkMkLst>
            <pc:docMk/>
            <pc:sldMk cId="1298249689" sldId="260"/>
            <ac:inkMk id="60" creationId="{D8FF9659-A571-E569-C6D9-4FCAED2DF535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1" creationId="{A5CA736B-643F-50A1-FC0B-7F4E8DC5CAE3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2" creationId="{46576EA5-40CF-995B-53D9-16ABBAB93772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3" creationId="{B25C7663-6967-E280-DA8A-02513F86578F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4" creationId="{B2A15AE8-093A-F683-97E3-57F37C559D2C}"/>
          </ac:inkMkLst>
        </pc:inkChg>
      </pc:sldChg>
      <pc:sldChg chg="modSp new del mod modNotesTx">
        <pc:chgData name="Bendik Bergquist Pedersen" userId="3516aa9a-d0d5-4c0f-903d-eed2d8c54ddf" providerId="ADAL" clId="{2BD48717-7C71-418B-A982-D50A060E823B}" dt="2025-10-02T09:15:25.827" v="1035" actId="2696"/>
        <pc:sldMkLst>
          <pc:docMk/>
          <pc:sldMk cId="277033351" sldId="261"/>
        </pc:sldMkLst>
      </pc:sldChg>
      <pc:sldChg chg="addSp delSp modSp add del mod setBg delDesignElem">
        <pc:chgData name="Bendik Bergquist Pedersen" userId="3516aa9a-d0d5-4c0f-903d-eed2d8c54ddf" providerId="ADAL" clId="{2BD48717-7C71-418B-A982-D50A060E823B}" dt="2025-09-30T15:04:26.795" v="23"/>
        <pc:sldMkLst>
          <pc:docMk/>
          <pc:sldMk cId="2059270817" sldId="261"/>
        </pc:sldMkLst>
      </pc:sldChg>
      <pc:sldChg chg="addSp delSp add del setBg delDesignElem">
        <pc:chgData name="Bendik Bergquist Pedersen" userId="3516aa9a-d0d5-4c0f-903d-eed2d8c54ddf" providerId="ADAL" clId="{2BD48717-7C71-418B-A982-D50A060E823B}" dt="2025-09-30T15:04:00.840" v="14"/>
        <pc:sldMkLst>
          <pc:docMk/>
          <pc:sldMk cId="3551632980" sldId="261"/>
        </pc:sldMkLst>
      </pc:sldChg>
      <pc:sldChg chg="delSp add del setBg delDesignElem">
        <pc:chgData name="Bendik Bergquist Pedersen" userId="3516aa9a-d0d5-4c0f-903d-eed2d8c54ddf" providerId="ADAL" clId="{2BD48717-7C71-418B-A982-D50A060E823B}" dt="2025-09-30T15:04:12.551" v="17" actId="2696"/>
        <pc:sldMkLst>
          <pc:docMk/>
          <pc:sldMk cId="4174570655" sldId="261"/>
        </pc:sldMkLst>
      </pc:sldChg>
      <pc:sldChg chg="new del">
        <pc:chgData name="Bendik Bergquist Pedersen" userId="3516aa9a-d0d5-4c0f-903d-eed2d8c54ddf" providerId="ADAL" clId="{2BD48717-7C71-418B-A982-D50A060E823B}" dt="2025-09-30T15:03:47.106" v="10" actId="2696"/>
        <pc:sldMkLst>
          <pc:docMk/>
          <pc:sldMk cId="4283981158" sldId="261"/>
        </pc:sldMkLst>
      </pc:sldChg>
      <pc:sldChg chg="addSp delSp add del setBg delDesignElem">
        <pc:chgData name="Bendik Bergquist Pedersen" userId="3516aa9a-d0d5-4c0f-903d-eed2d8c54ddf" providerId="ADAL" clId="{2BD48717-7C71-418B-A982-D50A060E823B}" dt="2025-09-30T15:23:09.267" v="213"/>
        <pc:sldMkLst>
          <pc:docMk/>
          <pc:sldMk cId="2868905278" sldId="262"/>
        </pc:sldMkLst>
      </pc:sldChg>
      <pc:sldChg chg="delSp modSp add mod ord">
        <pc:chgData name="Bendik Bergquist Pedersen" userId="3516aa9a-d0d5-4c0f-903d-eed2d8c54ddf" providerId="ADAL" clId="{2BD48717-7C71-418B-A982-D50A060E823B}" dt="2025-10-02T09:15:17.479" v="1034" actId="20577"/>
        <pc:sldMkLst>
          <pc:docMk/>
          <pc:sldMk cId="3107734787" sldId="262"/>
        </pc:sldMkLst>
        <pc:spChg chg="mod">
          <ac:chgData name="Bendik Bergquist Pedersen" userId="3516aa9a-d0d5-4c0f-903d-eed2d8c54ddf" providerId="ADAL" clId="{2BD48717-7C71-418B-A982-D50A060E823B}" dt="2025-10-02T09:15:17.479" v="1034" actId="20577"/>
          <ac:spMkLst>
            <pc:docMk/>
            <pc:sldMk cId="3107734787" sldId="262"/>
            <ac:spMk id="2" creationId="{E8FEB753-3663-071E-DB51-FDC597030288}"/>
          </ac:spMkLst>
        </pc:spChg>
        <pc:spChg chg="mod">
          <ac:chgData name="Bendik Bergquist Pedersen" userId="3516aa9a-d0d5-4c0f-903d-eed2d8c54ddf" providerId="ADAL" clId="{2BD48717-7C71-418B-A982-D50A060E823B}" dt="2025-10-02T09:15:04.273" v="1006"/>
          <ac:spMkLst>
            <pc:docMk/>
            <pc:sldMk cId="3107734787" sldId="262"/>
            <ac:spMk id="4" creationId="{553C31D2-4C46-431B-4DB7-D664C91F0293}"/>
          </ac:spMkLst>
        </pc:spChg>
        <pc:picChg chg="del">
          <ac:chgData name="Bendik Bergquist Pedersen" userId="3516aa9a-d0d5-4c0f-903d-eed2d8c54ddf" providerId="ADAL" clId="{2BD48717-7C71-418B-A982-D50A060E823B}" dt="2025-10-02T09:14:56.884" v="1003" actId="478"/>
          <ac:picMkLst>
            <pc:docMk/>
            <pc:sldMk cId="3107734787" sldId="262"/>
            <ac:picMk id="5" creationId="{1BC4ABA6-C1CD-7D01-8DE7-EFA4E34CE7B6}"/>
          </ac:picMkLst>
        </pc:picChg>
      </pc:sldChg>
      <pc:sldChg chg="delSp add del mod">
        <pc:chgData name="Bendik Bergquist Pedersen" userId="3516aa9a-d0d5-4c0f-903d-eed2d8c54ddf" providerId="ADAL" clId="{2BD48717-7C71-418B-A982-D50A060E823B}" dt="2025-10-02T09:14:31.068" v="999" actId="2696"/>
        <pc:sldMkLst>
          <pc:docMk/>
          <pc:sldMk cId="3952097000" sldId="262"/>
        </pc:sldMkLst>
        <pc:inkChg chg="del">
          <ac:chgData name="Bendik Bergquist Pedersen" userId="3516aa9a-d0d5-4c0f-903d-eed2d8c54ddf" providerId="ADAL" clId="{2BD48717-7C71-418B-A982-D50A060E823B}" dt="2025-10-02T09:14:17.784" v="998" actId="478"/>
          <ac:inkMkLst>
            <pc:docMk/>
            <pc:sldMk cId="3952097000" sldId="262"/>
            <ac:inkMk id="4" creationId="{6FC826E5-E555-7001-2D4A-B230E357ADC5}"/>
          </ac:inkMkLst>
        </pc:inkChg>
      </pc:sldChg>
    </pc:docChg>
  </pc:docChgLst>
  <pc:docChgLst>
    <pc:chgData name="Bendik Bergquist Pedersen" userId="3516aa9a-d0d5-4c0f-903d-eed2d8c54ddf" providerId="ADAL" clId="{070C2B89-30E4-44AF-9408-2C673FA81629}"/>
    <pc:docChg chg="undo custSel addSld delSld modSld sldOrd">
      <pc:chgData name="Bendik Bergquist Pedersen" userId="3516aa9a-d0d5-4c0f-903d-eed2d8c54ddf" providerId="ADAL" clId="{070C2B89-30E4-44AF-9408-2C673FA81629}" dt="2025-09-29T17:44:24.961" v="149" actId="2696"/>
      <pc:docMkLst>
        <pc:docMk/>
      </pc:docMkLst>
      <pc:sldChg chg="modSp del mod">
        <pc:chgData name="Bendik Bergquist Pedersen" userId="3516aa9a-d0d5-4c0f-903d-eed2d8c54ddf" providerId="ADAL" clId="{070C2B89-30E4-44AF-9408-2C673FA81629}" dt="2025-09-29T17:44:24.961" v="149" actId="2696"/>
        <pc:sldMkLst>
          <pc:docMk/>
          <pc:sldMk cId="953860977" sldId="258"/>
        </pc:sldMkLst>
        <pc:inkChg chg="mod">
          <ac:chgData name="Bendik Bergquist Pedersen" userId="3516aa9a-d0d5-4c0f-903d-eed2d8c54ddf" providerId="ADAL" clId="{070C2B89-30E4-44AF-9408-2C673FA81629}" dt="2025-09-29T17:41:41.246" v="2" actId="1076"/>
          <ac:inkMkLst>
            <pc:docMk/>
            <pc:sldMk cId="953860977" sldId="258"/>
            <ac:inkMk id="5" creationId="{A278E52D-03B6-1C0D-8153-100CFC730781}"/>
          </ac:inkMkLst>
        </pc:inkChg>
      </pc:sldChg>
      <pc:sldChg chg="modSp new del mod ord">
        <pc:chgData name="Bendik Bergquist Pedersen" userId="3516aa9a-d0d5-4c0f-903d-eed2d8c54ddf" providerId="ADAL" clId="{070C2B89-30E4-44AF-9408-2C673FA81629}" dt="2025-09-29T17:43:20.476" v="102" actId="2696"/>
        <pc:sldMkLst>
          <pc:docMk/>
          <pc:sldMk cId="1149324215" sldId="259"/>
        </pc:sldMkLst>
        <pc:spChg chg="mod">
          <ac:chgData name="Bendik Bergquist Pedersen" userId="3516aa9a-d0d5-4c0f-903d-eed2d8c54ddf" providerId="ADAL" clId="{070C2B89-30E4-44AF-9408-2C673FA81629}" dt="2025-09-29T17:42:20.582" v="42" actId="20577"/>
          <ac:spMkLst>
            <pc:docMk/>
            <pc:sldMk cId="1149324215" sldId="259"/>
            <ac:spMk id="2" creationId="{0931C23F-AD4A-D2B9-3005-8FFBB3BE9F10}"/>
          </ac:spMkLst>
        </pc:spChg>
        <pc:spChg chg="mod">
          <ac:chgData name="Bendik Bergquist Pedersen" userId="3516aa9a-d0d5-4c0f-903d-eed2d8c54ddf" providerId="ADAL" clId="{070C2B89-30E4-44AF-9408-2C673FA81629}" dt="2025-09-29T17:43:16.683" v="101" actId="21"/>
          <ac:spMkLst>
            <pc:docMk/>
            <pc:sldMk cId="1149324215" sldId="259"/>
            <ac:spMk id="3" creationId="{7B0BF3C3-C5A7-424A-5904-849F4B4C1E77}"/>
          </ac:spMkLst>
        </pc:spChg>
      </pc:sldChg>
      <pc:sldChg chg="new del">
        <pc:chgData name="Bendik Bergquist Pedersen" userId="3516aa9a-d0d5-4c0f-903d-eed2d8c54ddf" providerId="ADAL" clId="{070C2B89-30E4-44AF-9408-2C673FA81629}" dt="2025-09-29T17:43:24.420" v="104" actId="680"/>
        <pc:sldMkLst>
          <pc:docMk/>
          <pc:sldMk cId="2071303711" sldId="259"/>
        </pc:sldMkLst>
      </pc:sldChg>
      <pc:sldChg chg="addSp delSp modSp add mod">
        <pc:chgData name="Bendik Bergquist Pedersen" userId="3516aa9a-d0d5-4c0f-903d-eed2d8c54ddf" providerId="ADAL" clId="{070C2B89-30E4-44AF-9408-2C673FA81629}" dt="2025-09-29T17:43:42.305" v="134" actId="20577"/>
        <pc:sldMkLst>
          <pc:docMk/>
          <pc:sldMk cId="2829874591" sldId="259"/>
        </pc:sldMkLst>
        <pc:spChg chg="mod">
          <ac:chgData name="Bendik Bergquist Pedersen" userId="3516aa9a-d0d5-4c0f-903d-eed2d8c54ddf" providerId="ADAL" clId="{070C2B89-30E4-44AF-9408-2C673FA81629}" dt="2025-09-29T17:43:42.305" v="134" actId="20577"/>
          <ac:spMkLst>
            <pc:docMk/>
            <pc:sldMk cId="2829874591" sldId="259"/>
            <ac:spMk id="2" creationId="{F3BA4131-E115-AA5B-54CE-33C9B2E09E4C}"/>
          </ac:spMkLst>
        </pc:spChg>
        <pc:spChg chg="add mod">
          <ac:chgData name="Bendik Bergquist Pedersen" userId="3516aa9a-d0d5-4c0f-903d-eed2d8c54ddf" providerId="ADAL" clId="{070C2B89-30E4-44AF-9408-2C673FA81629}" dt="2025-09-29T17:43:33.673" v="107"/>
          <ac:spMkLst>
            <pc:docMk/>
            <pc:sldMk cId="2829874591" sldId="259"/>
            <ac:spMk id="4" creationId="{278E744B-C1FE-FB7A-E19B-44EA32DCFC2B}"/>
          </ac:spMkLst>
        </pc:spChg>
        <pc:picChg chg="del">
          <ac:chgData name="Bendik Bergquist Pedersen" userId="3516aa9a-d0d5-4c0f-903d-eed2d8c54ddf" providerId="ADAL" clId="{070C2B89-30E4-44AF-9408-2C673FA81629}" dt="2025-09-29T17:43:35.213" v="108" actId="478"/>
          <ac:picMkLst>
            <pc:docMk/>
            <pc:sldMk cId="2829874591" sldId="259"/>
            <ac:picMk id="11" creationId="{084AFDF9-CE67-97D4-F098-BC602D602CD3}"/>
          </ac:picMkLst>
        </pc:picChg>
        <pc:picChg chg="del">
          <ac:chgData name="Bendik Bergquist Pedersen" userId="3516aa9a-d0d5-4c0f-903d-eed2d8c54ddf" providerId="ADAL" clId="{070C2B89-30E4-44AF-9408-2C673FA81629}" dt="2025-09-29T17:43:32.231" v="106" actId="478"/>
          <ac:picMkLst>
            <pc:docMk/>
            <pc:sldMk cId="2829874591" sldId="259"/>
            <ac:picMk id="18" creationId="{9F37FDFC-F7A8-9497-F704-D874BA30EE70}"/>
          </ac:picMkLst>
        </pc:picChg>
      </pc:sldChg>
      <pc:sldChg chg="addSp delSp modSp add mod">
        <pc:chgData name="Bendik Bergquist Pedersen" userId="3516aa9a-d0d5-4c0f-903d-eed2d8c54ddf" providerId="ADAL" clId="{070C2B89-30E4-44AF-9408-2C673FA81629}" dt="2025-09-29T17:44:21.999" v="148" actId="1076"/>
        <pc:sldMkLst>
          <pc:docMk/>
          <pc:sldMk cId="1298249689" sldId="260"/>
        </pc:sldMkLst>
        <pc:spChg chg="mod">
          <ac:chgData name="Bendik Bergquist Pedersen" userId="3516aa9a-d0d5-4c0f-903d-eed2d8c54ddf" providerId="ADAL" clId="{070C2B89-30E4-44AF-9408-2C673FA81629}" dt="2025-09-29T17:43:59.515" v="141" actId="20577"/>
          <ac:spMkLst>
            <pc:docMk/>
            <pc:sldMk cId="1298249689" sldId="260"/>
            <ac:spMk id="2" creationId="{CA109FD4-92D8-A316-3559-8595A985BAB9}"/>
          </ac:spMkLst>
        </pc:spChg>
        <pc:spChg chg="del mod">
          <ac:chgData name="Bendik Bergquist Pedersen" userId="3516aa9a-d0d5-4c0f-903d-eed2d8c54ddf" providerId="ADAL" clId="{070C2B89-30E4-44AF-9408-2C673FA81629}" dt="2025-09-29T17:44:20.709" v="147" actId="478"/>
          <ac:spMkLst>
            <pc:docMk/>
            <pc:sldMk cId="1298249689" sldId="260"/>
            <ac:spMk id="4" creationId="{BC338EBF-24D1-4834-0FDF-DB7A4BBF2FAA}"/>
          </ac:spMkLst>
        </pc:spChg>
        <pc:inkChg chg="add mod">
          <ac:chgData name="Bendik Bergquist Pedersen" userId="3516aa9a-d0d5-4c0f-903d-eed2d8c54ddf" providerId="ADAL" clId="{070C2B89-30E4-44AF-9408-2C673FA81629}" dt="2025-09-29T17:44:21.999" v="148" actId="1076"/>
          <ac:inkMkLst>
            <pc:docMk/>
            <pc:sldMk cId="1298249689" sldId="260"/>
            <ac:inkMk id="3" creationId="{5B52DAC8-3178-46FA-14BD-D7885DD7584A}"/>
          </ac:inkMkLst>
        </pc:inkChg>
      </pc:sldChg>
    </pc:docChg>
  </pc:docChgLst>
  <pc:docChgLst>
    <pc:chgData name="Lars Helge Aamodt" userId="S::668798@stud.hvl.no::f8a03e0d-71ff-4e17-b9ad-ef5d3a37d7bd" providerId="AD" clId="Web-{2BFA35BD-F056-3BEA-13D1-074789E39BF6}"/>
    <pc:docChg chg="modSld">
      <pc:chgData name="Lars Helge Aamodt" userId="S::668798@stud.hvl.no::f8a03e0d-71ff-4e17-b9ad-ef5d3a37d7bd" providerId="AD" clId="Web-{2BFA35BD-F056-3BEA-13D1-074789E39BF6}" dt="2025-10-01T13:27:05.139" v="0"/>
      <pc:docMkLst>
        <pc:docMk/>
      </pc:docMkLst>
      <pc:sldChg chg="delSp">
        <pc:chgData name="Lars Helge Aamodt" userId="S::668798@stud.hvl.no::f8a03e0d-71ff-4e17-b9ad-ef5d3a37d7bd" providerId="AD" clId="Web-{2BFA35BD-F056-3BEA-13D1-074789E39BF6}" dt="2025-10-01T13:27:05.139" v="0"/>
        <pc:sldMkLst>
          <pc:docMk/>
          <pc:sldMk cId="277033351" sldId="261"/>
        </pc:sldMkLst>
        <pc:picChg chg="del">
          <ac:chgData name="Lars Helge Aamodt" userId="S::668798@stud.hvl.no::f8a03e0d-71ff-4e17-b9ad-ef5d3a37d7bd" providerId="AD" clId="Web-{2BFA35BD-F056-3BEA-13D1-074789E39BF6}" dt="2025-10-01T13:27:05.139" v="0"/>
          <ac:picMkLst>
            <pc:docMk/>
            <pc:sldMk cId="277033351" sldId="261"/>
            <ac:picMk id="4" creationId="{15E7895C-2CC5-9EFE-A898-0F1D2ECC4498}"/>
          </ac:picMkLst>
        </pc:picChg>
      </pc:sldChg>
    </pc:docChg>
  </pc:docChgLst>
  <pc:docChgLst>
    <pc:chgData name="Sebastian Jacob Alveberg" userId="S::676492@stud.hvl.no::4ca27efc-36b6-4fc3-bace-b62da0f63378" providerId="AD" clId="Web-{03606557-3B45-BA35-A119-3B2892AC8C4D}"/>
    <pc:docChg chg="modSld">
      <pc:chgData name="Sebastian Jacob Alveberg" userId="S::676492@stud.hvl.no::4ca27efc-36b6-4fc3-bace-b62da0f63378" providerId="AD" clId="Web-{03606557-3B45-BA35-A119-3B2892AC8C4D}" dt="2025-09-30T13:46:48.806" v="7" actId="20577"/>
      <pc:docMkLst>
        <pc:docMk/>
      </pc:docMkLst>
      <pc:sldChg chg="modSp">
        <pc:chgData name="Sebastian Jacob Alveberg" userId="S::676492@stud.hvl.no::4ca27efc-36b6-4fc3-bace-b62da0f63378" providerId="AD" clId="Web-{03606557-3B45-BA35-A119-3B2892AC8C4D}" dt="2025-09-30T13:46:48.806" v="7" actId="20577"/>
        <pc:sldMkLst>
          <pc:docMk/>
          <pc:sldMk cId="2829874591" sldId="259"/>
        </pc:sldMkLst>
        <pc:spChg chg="mod">
          <ac:chgData name="Sebastian Jacob Alveberg" userId="S::676492@stud.hvl.no::4ca27efc-36b6-4fc3-bace-b62da0f63378" providerId="AD" clId="Web-{03606557-3B45-BA35-A119-3B2892AC8C4D}" dt="2025-09-30T13:46:48.806" v="7" actId="20577"/>
          <ac:spMkLst>
            <pc:docMk/>
            <pc:sldMk cId="2829874591" sldId="259"/>
            <ac:spMk id="4" creationId="{278E744B-C1FE-FB7A-E19B-44EA32DCFC2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dev"/>
          <inkml:channel name="Y" type="integer" min="-2.14748E9" max="2.14748E9" units="dev"/>
        </inkml:traceFormat>
        <inkml:channelProperties>
          <inkml:channelProperty channel="X" name="resolution" value="1000" units="1/dev"/>
          <inkml:channelProperty channel="Y" name="resolution" value="1000" units="1/dev"/>
        </inkml:channelProperties>
      </inkml:inkSource>
      <inkml:timestamp xml:id="ts0" timeString="2025-09-30T07:19:16.650"/>
    </inkml:context>
    <inkml:brush xml:id="br0">
      <inkml:brushProperty name="width" value="0.05" units="cm"/>
      <inkml:brushProperty name="height" value="0.05" units="cm"/>
    </inkml:brush>
    <inkml:context xml:id="ctx1">
      <inkml:inkSource xml:id="inkSrc5">
        <inkml:traceFormat>
          <inkml:channel name="X" type="integer" min="-2.14748E9" max="2.14748E9" units="dev"/>
          <inkml:channel name="Y" type="integer" min="-2.14748E9" max="2.14748E9" units="dev"/>
          <inkml:channel name="F" type="integer" max="32767" units="dev"/>
        </inkml:traceFormat>
        <inkml:channelProperties>
          <inkml:channelProperty channel="X" name="resolution" value="1000" units="1/dev"/>
          <inkml:channelProperty channel="Y" name="resolution" value="1000" units="1/dev"/>
          <inkml:channelProperty channel="F" name="resolution" value="0" units="1/dev"/>
        </inkml:channelProperties>
      </inkml:inkSource>
      <inkml:timestamp xml:id="ts1" timeString="2025-09-30T07:19:16.650"/>
    </inkml:context>
  </inkml:definitions>
  <inkml:trace contextRef="#ctx0" brushRef="#br0">11096 10344,'2210'-1029</inkml:trace>
  <inkml:trace contextRef="#ctx0" brushRef="#br0">15383 8349,'657'-306</inkml:trace>
  <inkml:trace contextRef="#ctx0" brushRef="#br0">15326 8375,'43'-20</inkml:trace>
  <inkml:trace contextRef="#ctx0" brushRef="#br0">15273 8400,'26'-12</inkml:trace>
  <inkml:trace contextRef="#ctx0" brushRef="#br0">15217 8426,'11'-5</inkml:trace>
  <inkml:trace contextRef="#ctx1" brushRef="#br0">11099 10376 5129,'-3'0'5321,"-11"2"-5229,10-1-92,-2 2-1,2-2 0,0 2 1,0-1-1,2 1 0,-2 0 1,0-1-1,1 2 0,-1-1 1,1 1-1,-3 4 0,-32 48-24,25-35 21,-71 127-37,-5 6 3,51-97 34,-4 2-13,3 2 0,3 3 0,-32 75 0,-147 393 181,135-350-61,16-36-56,32-72-20,-1 4 18,-35 114 0,-12 196-26,48-32-14,25-90 11,6-222-19,0-12-81,2 44 0,-1-72-138</inkml:trace>
  <inkml:trace contextRef="#ctx1" brushRef="#br0">10071 13543 5129,'-1'1'3998,"-7"3"-3543,8-1-458,0 0-1,1-2 1,-1 2 0,1-1 0,1 1-1,-2-2 1,1 2 0,0-2 0,1 2-1,-1-2 1,0 2 0,1-2-1,0 2 1,0-2 0,2 2 0,-2 1 2,10 8-1,0 0 1,2 0 0,0-1-1,0-1 1,0 0 0,25 11 0,102 40-1,-82-37 14,-12-4-1,1-1 0,1-3 1,0-3-1,78 13 0,161 19-34,-181-24 31,61 11-8,146 23-69,-208-35 57,34 5 12,197 41 0,-44-25-22,-151-25 13,183 8 25,-236-19-17,415 19 9,-497-24-8,572 15 49,-197-44 17,-363 26-62,180-32 41,-129 19-62,82-6-1,-100 20-1061,-28 1 653</inkml:trace>
  <inkml:trace contextRef="#ctx1" brushRef="#br0">15140 14098 3929,'14'-6'337,"-2"1"0,1 0 0,-1-2 0,23-17 0,6-3 28,-32 23-328,229-118 244,-193 102-273,-1-2 0,-1 0-1,42-32 1,-4 1-1,123-59 0,-110 61-2,92-65 9,-12 7-7,-89 64-4,139-87 3,-164 89 0,1 4-1,117-55 0,-114 63 5,-2-1 0,61-44 0,-60 40-4,94-43 0,-16 11 24,-18-1-17,-36 20 1,126-53-1,2-4-13,-107 48 2,210-115 4,-194 97-10,48-25-6,-38 39 8,-65 33 14,86-52 0,91-59 15,-16 12-14,-5 10 174,-48 28 299,-74 27-74,121-97 0,-41 41-167,-35 26-172,33-18-56,-42 30-8,-2-3 13,3 7-1,155-61 1,163-58-6,-203 74-9,89-36 1,-261 126-68,-1 3-159,-2-3-1,102-59 0,-145 67-69</inkml:trace>
  <inkml:trace contextRef="#ctx1" brushRef="#br0">23334 9694 4641,'0'-3'82,"1"0"0,-1 1 1,1-1-1,1 0 0,-2 1 1,1-1-1,0 2 0,1-2 0,-1 0 1,0 1-1,2 0 0,-2 0 0,1 0 1,0 0-1,0 0 0,0 0 0,1 0 1,-2 1-1,2 0 0,4-3 0,6-3 107,-1 2 0,28-9 0,-13 6-264,37-20 209,109-64 1,-44 20-20,222-126 11,-8-21 41,-83 52-110,-38 37-58,56-36 3,90-67 34,69-46 23,-218 109-442,-217 167 371,61-48-153</inkml:trace>
  <inkml:trace contextRef="#ctx1" brushRef="#br0">10018 13724 5593,'-2'-2'295,"1"-2"-1,0 1 1,-1-1-1,1 1 0,1-1 1,-1 2-1,1-2 1,-2 1-1,2-1 1,0 0-1,0-4 1,0 0 137,0 8-461,12 23-139,0 1 161,-1-2-1,-2 2 1,9 35 0,11 78 38,-24-113-25,2 18 10,4-1-1,-1 0 1,4-1 0,23 52 0,-22-60-12,9 34 0,-16-41-2,1 0 0,2 1 1,14 23-1,14 7 0,-25-37 0,0 1-1,-2 0 1,13 28-1,-17-32-2,-1-2 0,2 1 0,12 16 0,-9-15-1,-1 0 1,8 18 0,-11-20 1,-2-2 0,18 21 0,-14-21 0,-1 1 0,8 17 0,85 155 0,-76-142 0,4-2 0,38 44 0,82 79-8,-50-49 12,-6-8 1,-50-61 1,-18-15-8,2-3-1,44 36 1,62 24-22,7 5 35,-98-59-12,1-4 1,1 1-1,3-4 1,89 39-1,59 21 13,-121-52-2,124 42 0,6-9-16,-98-31-14,153 34-1,-108-42 20,108 21 17,180-10-25,-308-34 18,621-3-9,-542-26 5,-57 6-2,201-39 4,-255 36-6,-44 11-1,47-10 4,142-42 0,94-37 3,-297 85-4,1-2 1,60-30 0,-2 1 3,-82 37-4,306-127 25,-146 43-28,190-80 81,-289 133-90,180-78 1,-209 93 10,-3-2 0,66-45 0,-30 18 0,216-116 14,-153 83-29,122-59 2,-223 121 9,-2 1 0,-2-5 0,49-36 0,-32 22-2,97-54 0,72-15-4,-218 104 8,148-82-4,-25 12 0,142-74 4,61-29 21,-240 132-19,110-73-1,220-146 0,-213 134 8,-12 9-3,-39 2-6,-22 14 0,9 15-3,56-43-2,279-202 12,-336 240-6,6 3-2,-82 52-2,96-73 0,268-181-5,-136 101 14,-295 191-6,636-426 9,-405 267-9,71-41 0,-219 153 0,-1-5 0,113-94 0,49-33 0,-102 80 0,26-19 0,39-28 0,-88 46 3,-72 59 0,80-55-1,-49 48 1,-5 3 4,112-90 0,-134 90-2,4 2 0,110-66 0,-108 79-5,-18 12 0,-3-2 0,2-3 0,37-30 0,45-42 73,-120 95-135,-1 0 0,0 0 0,0-1 0,0 1 0,-1-2 0,1 1 0,-1 0 0,-1-1 0,1 1 0,0-2 0,1-7 0,-2 6-299</inkml:trace>
  <inkml:trace contextRef="#ctx1" brushRef="#br0">19071 10971 5969,'-17'-8'7734,"-11"-16"-6904,24 20-132,-22-17-80,0 1-1,-2 1 1,0 2-1,-52-25 1,50 28-498,2-2 1,0-2 0,0 0 0,-40-38 0,-12-14-19,-74-66 109,138 123-187,-2 1-1,2 0 1,-1 1-1,-2 1 1,1 0-1,-21-7 1,11 5 79,-45-28 1,29 11 193,2-3-1,-66-64 1,47 38-173,-79-56-1,-76-40-125,200 142 7,-20-14 4,-36-37-1,48 40 0,-1 1-1,-2 2 1,-48-31-1,-50-12 2,49 26 15,-111-72 0,145 81 96,-1 1 1,-2 2-1,-69-27 0,17 8-98,84 37-67,-1-1 0,1 0 0,1-1 0,-23-19 0,31 22-364,-1 0-1,1 0 1,0 1 0,-5-14-1,6 14-359,0 0-1,1-1 1,-2 2 0,1-1-1,-1 0 1,0 1-1,0 0 1,0 0 0,-5-6-1,-5 1-337</inkml:trace>
  <inkml:trace contextRef="#ctx1" brushRef="#br0">16386 7370 6273,'-2'-18'4949,"2"17"-3507,0 12-1443,26 739-491,-48 0 524,14-626 21,-2 146 242,11-279-1417,-1-10 671</inkml:trace>
  <inkml:trace contextRef="#ctx1" brushRef="#br0">19264 8823 4657,'0'-1'444,"2"-2"0,-2 2 0,0-1 1,0 0-1,0 0 0,1 0 0,-2 0 0,1 1 0,-2-4 1834,4 18-2246,19 187-249,-5 279 0,-41-127 183,-27-4 172,-18 205 300,66-502-1415,4-43 580</inkml:trace>
  <inkml:trace contextRef="#ctx1" brushRef="#br0">19170 10795 4025,'12'-1'280,"0"-1"0,0 0 0,0-1 0,0-1 1,0 1-1,17-10 0,7 0 229,31-15 214,-1-3 0,98-62 0,-4 2-289,-102 62-361,38-19 254,97-68 1,147-88 319,-147 92-188,19-6-121,44-26-244,143-70-37,-172 88 83,-57 28 263,130-78 158,-230 136-495,139-58 0,-126 64-49,90-56 1,91-54 14,-52 31-16,-115 64-5,139-51 1,-20 10 36,226-104 233,-405 176-261,-14 6 12,1 0 1,0 3 0,0 0-1,32-7 1,-55 14 542,-8-3-198</inkml:trace>
  <inkml:trace contextRef="#ctx1" brushRef="#br0">24526 6767 5825,'1'0'116,"-1"1"-1,1-1 0,1 2 1,-2-1-1,1-1 0,-1 1 1,1-1-1,-1 2 0,2-1 1,-2 0-1,0-1 0,1 2 1,-1-1-1,0 0 0,1-1 1,-1 2-1,0-1 0,0 2 1,8 29-556,-8-30 563,8 60-134,-2 0 0,-4 1 0,-6 76 0,-26 178 34,-21 0 51,16-107-3,15-46 123,15-104 2600,1-39-1443</inkml:trace>
  <inkml:trace contextRef="#ctx1" brushRef="#br0">19587 8727 4753,'321'-149'5333,"-33"10"-4424,-141 66-782,168-91 26,27-15-62,356-186 532,-670 349-584,188-92 135,65-39 108,-80 38 27,53-34-99,-174 96-151,145-61 1,-22 12-9,50-21 7,-129 64-53,31-33 4,-9 6 10,-75 51 1,76-22 0,-42 17 14,-85 26 16,35-20 1,-35 17 4,29-12-1,18-6-40,-65 28-43,1-1 1,0 2-1,-1-1 1,1 0-1,1 1 1,-1 0 0,-1 0-1,1-2 1,0 2-1,1 2 1,-2-2-1,1 0 1,0 0 0,-1 1-1,5 0 1,13 5-56,12 4-103,23 25 39,-54-34 113,-1-1 0,1 2 0,-1-1 1,0 0-1,2-1 0,-2 2 0,0-1 0,1 0 0,-1 1 0,0-1 0,0-1 1,0 1-1,0 1 0,0-1 0,0 0 0,0 1 0,0-2 0,0 1 0,0 0 1,-1 2-1,-7 25-96,8-24 106,-7 15 1,-33 123 72,31-119 2611,5-16-1355</inkml:trace>
  <inkml:trace contextRef="#ctx1" brushRef="#br0">19058 8823 6329,'-46'-29'5021,"-27"-10"-2124,33 18-1897,-259-114 2860,67 35-2148,175 72-1615,-154-77 625,166 79-563,1-2 1,-60-49 0,53 40-158,-1 1 1,-105-54 0,96 58-3,2-1 1,-62-50-1,-158-106-1,96 72-9,159 99 6,-16-10-8,-1 0 0,-2 3 0,-51-23 0,-194-91-84,234 114-1123,52 24 2561,2-1-739</inkml:trace>
  <inkml:trace contextRef="#ctx1" brushRef="#br0">19619 8739 6113,'-48'17'424,"-3"1"193,-5 2 23,-9-2-88,2-2-112,3-5-120,11 1-320,13-12 24</inkml:trace>
  <inkml:trace contextRef="#ctx1" brushRef="#br0">16576 7262 4617,'382'-202'1358,"-34"36"-988,-174 87-292,-51 22-58,514-227 28,126-58-3,-382 160-20,-134 75 9,-62 24 12,58-35 15,-154 71-48,245-96 61,-161 73 368,-124 51-305,83-22 1,-74 33-131,-44 6 103,1 1-1,17-6 1,-12-1 18</inkml:trace>
  <inkml:trace contextRef="#ctx1" brushRef="#br0">21396 4971 4753,'0'-1'178,"0"-1"0,0 1 0,0 0 0,0-1-1,0 1 1,0 0 0,0-1 0,0 1 0,0 0 0,2-1 0,-2 1-1,1-3 1,0 4-159,-1 0-1,2 0 1,-2 0-1,1 0 0,-1 0 1,1 0-1,-1 0 1,2 0-1,-2 0 0,1 0 1,0 1-1,-1-1 0,2 0 1,-2 0-1,1 0 1,-1 2-1,1-2 0,1 1 1,8 3-180,32 16 134,-2 1 1,0 3-1,-2 2 1,40 32-1,64 42 4,121 40-13,-24-14 24,21 38-10</inkml:trace>
  <inkml:trace contextRef="#ctx1" brushRef="#br0">22622 5673 7025,'97'61'-7,"-76"-47"6,31 17 1,83 37 1,62 13-1,-130-55-1,88 28 18,-2-2-1,22 30-9,-106-49 0,83 24 2,-115-45-8,23 6 21,-38-13 1,0 2 0,0-1 0,38 21 0,-55-19 223,-4-5-142</inkml:trace>
  <inkml:trace contextRef="#ctx1" brushRef="#br0">21251 5118 3985,'-3'2'552,"-1"1"896,-10 8-1248,-6 5-120,-16 13-48,-6 6-8,-19 6-8,-10 0 8,-9-2-8,-5-2 8,12-2 601,7-7-449</inkml:trace>
  <inkml:trace contextRef="#ctx1" brushRef="#br0">13591 9244 10669,'-109'42'45,"-246"124"13,282-126-281,7-6 108</inkml:trace>
  <inkml:trace contextRef="#ctx1" brushRef="#br0">27954 7256 6017,'6'58'1369,"-3"586"-1401,-12-502 34,-7 0 1,-36 139 0,40-234 4,-3-2 0,-1 0 0,-3-1 0,-1 0 0,-1-1 0,12-28-6</inkml:trace>
  <inkml:trace contextRef="#ctx1" brushRef="#br0">27875 7206 5089,'-24'-24'3293,"21"20"-3093,1 0 1,-1 1-1,-1-1 1,1 1-1,-1-1 0,-4-1 1,-114-79 1431,100 67-1614,21 14-19,-2 0 0,1 1 0,-1-1-1,0 2 1,1-2 0,-1 2 0,-1-2 0,1 2 0,1-1 0,-9-2-1,2 2-19,-1 0 0,1 1 0,0 0-1,-1-1 1,0 2 0,0 2-1,1-2 1,-18 4 0,3 1-16,2 2 0,-32 11 0,45-14 0,1 0-1,0 2 1,0-1 0,-8 6 0,-23 14-39,-45 18 0,-150 87 24,-52 74 93,177-122-3,53-38-1185,-69 66 0,98-83 594</inkml:trace>
  <inkml:trace contextRef="#ctx1" brushRef="#br0">22566 5649 9611,'-64'18'-105,"27"-5"-219</inkml:trace>
  <inkml:trace contextRef="#ctx1" brushRef="#br0">27943 8782 3065,'4'-2'4761,"6"-3"-2065,151-127 860,-6 28-2464,41-32-171,-187 129-878,74-53 275,-65 52-210,2 0-525,-10-1-3475,-8 4 2571</inkml:trace>
  <inkml:trace contextRef="#ctx1" brushRef="#br0">27937 8266 6297,'8'-3'520,"1"0"0,-1-1-1,0 0 1,0 0-1,-1-1 1,14-10 0,7-3 317,153-73 1959,-50 27-1502,-74 32-898,-30 16-1795,37-17 0,-43 25 397</inkml:trace>
  <inkml:trace contextRef="#ctx1" brushRef="#br0">28710 7951 5673,'8'-7'5341,"4"-14"-3086,-5 10-1398,77-111 2726,-74 103-3230,1-1-1,-2-1 0,-1 1 1,11-38-1,18-142 1555,-31 116-1500,-5 72-380,-1 2 0,0-1 0,-3-16 0,1-10 3,-4-44 47,2 43-4,-2 1-58,3 28-12,2-1 1,-1 1 0,1 0-1,1-13 1,0 12 2,-1-2-1,-1 0 1,0 0 0,-1 1-1,0-1 1,-9-20 0,-1-5-34,2 10 32,-1-1 0,0 1 0,-2 2-1,-2 0 1,-27-37 0,-13-18-126,39 54 61,-3 0 0,-30-30-1,29 35-63,0 1 0,-39-25-1,54 42 71,1 0 0,0 1 0,-1-1 0,0 2 0,0-2 0,0 2-1,0-1 1,0 1 0,0 1 0,0 0 0,0-1 0,0 1 0,0 1 0,0-1 0,0 1-1,0 1 1,0-1 0,-8 3 0,-8 4-19,2 0 0,0 0-1,-33 21 1,44-23 46,1 0 1,0 1-1,0 0 0,0-1 1,1 2-1,0-1 0,1 1 1,-1 1-1,2-1 0,-1 2 1,1-2-1,1 1 0,-7 16 1,1 7-30,2 0 0,-10 62 1,12-46 25,2 1 0,4 55 0,12 100 2,-6-127 29,-2-34 0,2 0-1,12 47 1,-11-70-13,0 0 1,1 0-1,1-1 0,15 25 1,52 67-66,-76-110 77,127 192-56,-122-183 236,31 50-1193,-32-55-117,0 2 0,0-2 0,1-1 1,-1 1-1,2 1 0,-1-2 0,10 6 0,-3-4 203</inkml:trace>
  <inkml:trace contextRef="#ctx1" brushRef="#br0">28521 8390 5585,'1'2'414,"-1"1"-1,1 0 0,-1-2 1,0 2-1,0-1 1,2 1-1,-2 0 1,-2-1-1,2 1 0,0 4 1,-25 89 140,13-55-361,-11 72 1,17-61-91,2 2-1,2-1 0,8 82 1,0-31 532,4 14-294,-4-68-219,5 24 13,12 37 149,-21-98-276,2-1 0,0 0 0,0 0 0,2 0-1,-1 0 1,2 0 0,13 18 0,-2-5 18,45 44 0,-55-62-14,0 0 0,1-1 0,-1 0 1,2 0-1,-1-2 0,0 2 0,1-2 0,-1 0 0,2 0 0,14 2 0,-10-3 22,-1 0-1,2-1 0,-1 0 0,1-2 0,-1 0 0,25-4 1,-30 2 34,1 0 1,0-2-1,-1 1 1,1-2 0,-2 1-1,2-2 1,13-7-1,60-51 1291,-39 29-846,-31 26-248,-2 0-1,1-1 0,-1 0 1,-1-2-1,-1 1 1,18-22-1,-1-5 395,-20 32-529,-2-2 0,2 1 0,-3-1 0,1 1 0,-1-1 0,1-1 0,-2 1 0,1 0 0,3-15 0,-1-7-10,-2-1 0,-1-1 0,-2 0-1,-1 1 1,-1-1 0,-2 2 0,-1-2-1,-1 1 1,-2 0 0,-18-54 0,14 61 78,-23-37 0,-2-5-13,17 30 47,-37-52 0,4 7 168,-4-3-154,-7-13 75,47 67-391,-29-40-1,33 54-521,4 4-747,0 1 1,-1-1-1,-1 1 1,0 1-1,-16-13 1,-23-9-3059,29 20 3694</inkml:trace>
  <inkml:trace contextRef="#ctx1" brushRef="#br0">27635 9328 3761,'7'-22'5782,"13"-17"-4595,-10 22-456,32-59-467,-6-2-1,-2 0 0,36-129 1,-66 191-1467,0 1 485</inkml:trace>
  <inkml:trace contextRef="#ctx1" brushRef="#br0">27494 7006 5169,'-10'-8'5779,"-3"-15"-3707,8 14-1434,-17-27 725,-2 1 0,-29-33 1,21 37-1049,0 2 0,-49-34 0,7 9-36,40 22-257,0 0 0,-34-46 0,-41-39 36,77 86 10,21 21-49,1-1 0,-1 0 0,-1 2 0,0 0-1,-20-11 1,-9 0 42,15 9-52,2-2 0,2-1 0,-1 1 0,-22-20 0,-5-2 45,18 12 2,-2-1-2,15 11-29,-33-30-1,31 23-16,-13-13 15,1 2 0,-60-42 1,-214-146 114,223 146-160,59 49 0,-1 3 0,-50-37 0,-12 8-29,28 16 38,-58-43 0,115 74 17,-144-102-155,113 84 105,-1 1 0,-56-23-1,-163-84 114,179 79-106,56 34 17,-1 0 0,0 2 0,-38-17 0,-108-32-278,161 58 94,-2 2 0,2-1 0,-2 2-1,2-1 1,-2 1 0,2 0 0,-2 0-1,2 0 1,-2 0 0,2 1 0,-2 1-1,2-1 1,-10 3 0,-9 5-1240,-44 23 0,27-10 1411,-172 66-344,-38 20 71,191-82 176,-93 29 0,-67 4 92,10-3-758,142-36-31,-104 34-988,144-43 1037,0 1 0,0 1 0,-49 35 0,72-44 675</inkml:trace>
  <inkml:trace contextRef="#ctx1" brushRef="#br0">22887 5379 5593,'-9'4'384,"-5"1"296,-6 2-143,-6 0-105,-8 1-8,-4 2 64,-1-2 48,-2 0 0,-2 3-96,-13 1-320,0 5 128,0 3-2888,4 0 2064</inkml:trace>
  <inkml:trace contextRef="#ctx1" brushRef="#br0">25695 5426 21918,'0'-5'5,"-6"-76"72,2 43-4,-2 1-58,3 28-12,2-1 1,-1 1 0,1 0-1,1-13 1,0 12 2,-1-2-1,-1 0 1,0 0 0,-1 1-1,0-1 1,-9-20 0,-1-5-34,2 10 32,-1-1 0,0 1 0,-2 2-1,-2 0 1,-27-37 0,-13-18-126,39 54 61,-3 0 0,-30-30-1,29 35-63,0 1 0,-39-25-1,54 42 71,1 0 0,0 1 0,-1-1 0,0 2 0,0-2 0,0 2-1,0-1 1,0 1 0,0 1 0,0 0 0,0-1 0,0 1 0,0 1 0,0-1 0,0 1-1,0 1 1,0-1 0,-8 3 0,-8 4-19,2 0 0,0 0-1,-33 21 1,44-23 46,1 0 1,0 1-1,0 0 0,0-1 1,1 2-1,0-1 0,1 1 1,-1 1-1,2-1 0,-1 2 1,1-2-1,1 1 0,-7 16 1,1 7-30,2 0 0,-10 62 1,15-67 38</inkml:trace>
  <inkml:trace contextRef="#ctx1" brushRef="#br0">21344 5092 2937,'2'67'384,"-2"-4"-375,-7 74 0,-14 323 187,19-319-220,6 105 126,-2 80-73,-8-92 203,-3-105 1216,2-58-1038,6-39-399,-3 5 38,4 43 0,-4-9 25,3-54 428</inkml:trace>
  <inkml:trace contextRef="#ctx1" brushRef="#br0">21395 7263 1624,'19'19'1469,"51"30"-3217,-11-10 1518,-28-15 201,82 56 55,-97-70 261,0-2-1,1 0 1,1-1 0,-1 0 0,30 6 0,29 4 1172,-63-15-1142</inkml:trace>
  <inkml:trace contextRef="#ctx1" brushRef="#br0">21192 7292 3777,'-1'2'222,"0"-1"1,-1 2 0,1-2-1,-2 0 1,2 1 0,0-1-1,-2 0 1,2 1-1,-1-2 1,0 1 0,0 0-1,0-1 1,0 2-1,-3-1 1,-8 4 161,-54 34 217,30-18-559,-41 19-1,30-18-27,-53 20 19,-106 64 0,143-73-27,-1-2-1,-74 25 1,-57 24 119,-176 93 78,206-76-59,114-65 132,0-1 1,-62 25-1,60-35-138,0-1-53,-98 54 0,-48 43-53,40-44-2,34-18 9,99-40-108,15-9-66,-1 1 1,-1 0 0,1-2-1,0 0 1,-2-1-1,-25 6 1,19-10-317</inkml:trace>
  <inkml:trace contextRef="#ctx1" brushRef="#br0">11352 11333 5281,'-21'-3'288,"-37"-7"959,55 10-1127,-1 0 1,1 0-1,1 0 1,-2 0-1,2 0 1,0 0-1,-1 0 1,0 3-1,0-3 1,1 0-1,0 2 1,-1-2 0,0 2-1,0-2 1,1 3-1,-3 0 1,5-3-92,0 3 1,0-3 0,0 0 0,0 2 0,3-2-1,-3 0 1,0 2 0,0-2 0,2 0-1,-2 3 1,0-3 0,2 0 0,-2 0 0,0 1-1,0-1 1,3 0 0,-3 0 0,1 2 0,-1-2-1,0 0 1,2 0 0,1 3 1,82 46-63,-11-5-58,121 92 0,347 265-47,-203-173 149,159 102 63,-391-262-53,191 157 1,-252-184 156,75 85 1,-103-106-1078,-16-17 529</inkml:trace>
  <inkml:trace contextRef="#ctx1" brushRef="#br0">13890 13101 5241,'0'0'54,"0"0"0,-2 0 0,2 0 0,0 0 0,0-3 0,0 3 0,0 0 1,0 0-1,-3 0 0,3 0 0,0 0 0,0 0 0,0-2 0,0 2 0,0 0 0,0 0 0,0 0 0,0 0 0,0-2 0,-2 2 0,2 0 0,0 0 0,0 0 0,0-3 0,0 3 1,0 0-1,0 0 0,0 0 0,0 0 0,0-1 0,0 1 0,0 0 0,0 0 0,2 0 0,-2-2 0,0 2 0,0 0 0,0 0 0,0 0 0,19-18 744,53-9-1015,-37 14 441,108-64 328,197-132-1,-265 159-317,840-593 1710,-756 527-1828,327-248 159,-410 312-592,156-77 0,-191 109-31</inkml:trace>
  <inkml:trace contextRef="#ctx1" brushRef="#br0">14011 13039 2953,'4'5'4495,"-4"-5"-4442,0 1 1,0-1-1,3 0 0,-3 0 1,0 4-1,0-4 1,0 0-1,0 0 0,0 1 1,0-1-1,0 0 1,0 0-1,0 2 0,0-2 1,0 0-1,0 0 0,0 3 1,0-3-1,-3 0 1,3 0-1,0 2 0,0-2 1,0 0-1,0 0 1,0 0-1,0 1 0,-2-1 1,2 0-1,0 0 0,0 0 1,0 0-1,0 4 1,-2-4-1,2 0 0,0 0 1,0 0-1,-3 0 1,3 0-1,0 0 0,-1 1 1,-108 1 3789,-53-12-2556,12-1-532,144 11-887,-60-7 792,64 6-790,-1 1-1,1 0 1,0 0 0,-1 0 0,3-4 0,-1 4 0,-1-1 0,-1 1 0,1 0 0,0-2-1,-1-1 1,2 3 0,1-2 0,-2 2 0,-1-1 0,1-3 0,2 3 0,-2 1 0,2-2-1,-3-1 1,2 1 0,1 1 0,0-3 0,-2 3 0,-1-4 0,1-10-1007</inkml:trace>
  <inkml:trace contextRef="#ctx1" brushRef="#br0">13045 11579 5385,'-11'4'2407,"21"4"-1332,-4 0-1351,43 36 262,1-1-1,4-4 0,1 0 1,63 33-1,-74-53 12,-3 1 0,2-4 0,3 0 0,-4-3 1,3-3-1,79 12 0,-43-13 1,173 15 54,-203-24-32,1 0 0,-4-3 0,59-10 1,72-15 84,-98 17-53,-3-2-1,0-3 1,139-49 0,-168 40 259,-4 1 1,0-4-1,-2 1 1,-1-6 0,57-51-1,-47 42-71,64-38 1,-64 46 74,70-60 0,-109 81-222,0 4-1,-3-4 1,3 0-1,-2 0 1,-3-3-1,3 3 1,-2-2 0,0 0-1,-2-1 1,-1 0-1,1 0 1,-1-1-1,-3 0 1,2 2-1,-3-3 1,3 0-1,-4-16 1,11-39 174,-11 62-222,3 0 0,-3 2 0,1-2 0,-2 1 0,0-1 0,0 3 0,0-3 0,-2-14 0,-12-124 210,-3 100-184,1-20 48,16 67-119,0 2 0,0-3 0,0 1-1,0 1 1,0-3 0,0 4 0,-3-1-1,3-1 1,0-1 0,0 3 0,-2-2-1,2 1 1,-1 1 0,1-4 0,0 3-1,-3 1 1,3-2 0,-2-1 0,0 3-1,2-2 1,-3 2 0,3-1 0,-2 1-1,1-4 1,-2 4 0,-4-1-215,4 1-1,-2-2 1,0 2-1,2 0 1,-2 0-1,-2 0 1,-4 0-1,-2 2-889,-14-2 222</inkml:trace>
  <inkml:trace contextRef="#ctx1" brushRef="#br0">13254 11569 6217,'-7'2'437,"-1"3"0,2-4 0,-4 1 0,4 1 0,-3-3 0,1 2 0,2-2 0,-4 0 0,2 0 0,1 0 0,-1 0 0,-1-2 0,2 2 0,-1-3 0,0 1 0,1 1 0,-2-2 0,-6-4 0,-12-8-51,-4 1-1,5-4 1,-31-21 0,44 31-170,-8-8-160,1 1 0,3-3-1,-3 2 1,4-2 0,0-1-1,1-1 1,0-1 0,2 2-1,0-4 1,-16-32 0,7 6 3,9 23-54,0 1-1,1-1 1,1-2-1,-9-37 0,20 57-12,-1-2 0,1 1 0,-2-1 0,2 2 0,2-4 0,-2 4 0,0 0 0,1-3 0,3 3 0,-3-2 0,4 2 0,-3 0 0,3-2 0,-4 2 0,4 0 0,2-2 0,7-11 0,-6 8 3,2 0 0,-2 2 0,4 1 0,-4-3 0,3 3 0,2 1 0,-3-3 1,3 4-1,0-2 0,0 4 0,0-2 0,16-5 0,44-18 4,-41 18-12,48-13 0,-4-1-487,-55 18-1614,3 3-1,27-10 0,-41 14 1007</inkml:trace>
  <inkml:trace contextRef="#ctx1" brushRef="#br0">15480 10389 5745,'-26'0'592,"-1"-3"737,-1 1-273,-3 2 0,-3 0 0,3-11-208,1 4-111,4 1-241,3-10-104,5 11-216,7-3-72,9 4-88,1 3-16,-3-1-24,3 2 56,-4-5-1096,11 5-569,1-8 921</inkml:trace>
  <inkml:trace contextRef="#ctx1" brushRef="#br0">15161 10214 5561,'2'-42'4785,"7"-23"-2643,1-15-1441,21-382 993,14-204-835,-20 206-498,24-235 226,35-102-252,-68 590-254,-6 145-2753,-12 49-1062,-4 0 2540</inkml:trace>
  <inkml:trace contextRef="#ctx1" brushRef="#br0">14095 7236 6953,'-23'10'326,"-17"14"605,32-16-518,11-3-185,47 3-288,1-2 0,0-1-1,-2-3 1,3-2 0,84-10-1,-34-8 97,176-48-1,-243 54 113,1 0 0,-2-3-1,0-1 1,2-1 0,-4 0-1,46-37 1,-58 38 238,-4 1-1,2-3 1,0 2-1,-2-2 1,0-1-1,-1-1 1,-2-1-1,0 2 1,0-4-1,-2 2 1,8-26-1,-9 15-36,0 1-1,-4-2 0,1 1 0,-4 0 0,0-1 0,-1 1 1,-2-1-1,-2 1 0,-1-1 0,0 1 0,-4-1 0,-9-33 1,13 53-134,-4 0-1,1 2 1,-1-2 0,1 1 0,-1 3 0,-2-3 0,-11-12 0,-2 1 331,-47-38 0,50 46-524,-1 2 1,-1 0-1,2 2 1,-2 1-1,-3-1 0,2 3 1,-2 1-1,3 1 1,-3-1-1,-1 2 1,3 0-1,-3 4 0,1-1 1,-36 4-1,-26 3-276,2 4 0,-140 35 0,209-39 221,-87 23-368,3 4 1,-149 72-1,216-91 343,-4 1-19,3 4 0,1 0 0,0 1 0,2 3 0,-54 47 0,61-49 40,4 1 0,3 0 0,-2 2 0,0-1 1,3 3-1,1-1 0,1 2 0,-13 36 0,19-46 14,1-2-1,1 4 0,0-3 0,4 3 0,-4-4 0,3 4 0,2-2 0,0 17 1,0-22-11,2 0 1,1-1 0,-1 2 0,2-1 0,-2-1 0,3 1 0,-2-3-1,2 3 1,2-2 0,-3 0 0,3 1 0,-1 0 0,9 6 0,4 3-14,-1-1 0,2 0 0,-1-3 0,2-1 1,0 3-1,2-4 0,32 14 0,177 59-3964,-193-73 2295,15 3 27,-3-13 483</inkml:trace>
  <inkml:trace contextRef="#ctx1" brushRef="#br0">14757 5955 8666,'-13'-7'4296,"-20"-1"-2249,3-3-1023,-27-12 265,3-6 0,2 0 0,-50-36 0,-50-32 127,-353-131-176,400 185-980,-276-152 326,65 31-430,-245-121-155,465 233-2,-196-76 0,183 87-10,-147-86-1,168 82-6,-2 3 0,-1 0 0,-143-36 0,176 57 11,-104-52-1,-9-5-404,119 65-759,18 3-904,2-3-3938,27 13 4535</inkml:trace>
  <inkml:trace contextRef="#ctx1" brushRef="#br0">13389 6823 7090,'-13'-13'2612,"0"3"0,-3-1 0,-30-17 1,-105-43 198,119 55-1951,-654-309 1351,300 129-1796,-28-13-358,-22-2-125,69 41 24,328 149-210,-2-2-1016,2 2-1,-4 2 1,-63-20-1,106 39 776,-8-2-255</inkml:trace>
  <inkml:trace contextRef="#ctx1" brushRef="#br0">10339 4368 8770,'-30'-11'1988,"3"3"0,-33-10 1,35 13-1454,4 2 0,-1-1 0,-40 3 0,51 1-535,-1 0 0,4 1 0,-3-1-1,1 4 1,0-3 0,1 1 0,-1 3 0,0-4 0,0 4 0,1 0 0,-1-2 0,2 4 0,0-2 0,-2 1 0,2 1 0,1-1-1,-1 1 1,2-1 0,-1 2 0,1-1 0,-1 2 0,-9 11 0,8 1-19,-3 0 0,3 3 0,1-2 0,1 2 1,-1 0-1,2-1 0,2 1 0,0 1 0,1 23 0,2-4-13,2 0-1,3-2 1,1 2 0,14 48-1,-12-63 5,1-3 1,-1 0-1,4 0 0,1 0 1,0-3-1,0 1 0,19 23 1,-22-30 11,1-4 0,2 0 0,-1-4 0,1 4 0,0-1 0,1-1 0,-1-1 1,2-1-1,1 0 0,-1-1 0,2-2 0,26 10 0,-14-8 1,-2-1-1,1-2 1,3-2-1,-4 2 1,4-5-1,-3 0 1,3 0-1,-1-2 1,-2-3-1,30-6 1,-37 5 14,2-1 0,-3 1 1,1-3-1,-2 1 1,2-3-1,-1 0 0,-2 1 1,1-3-1,-1 0 1,-2-3-1,2 1 1,-4 1-1,29-35 0,-24 21 57,-3 2-1,2-1 0,-3-2 1,1-1-1,-6 0 0,3-1 1,-4 2-1,1-2 0,-3-2 0,4-43 1,-9 55 140,1 2 1,-3-3-1,0 3 1,-3-4-1,1 4 1,0-1 0,-2-1-1,-3 2 1,2-1-1,-1 1 1,-2-1-1,-1 3 1,0-3-1,-1 4 1,-1-2 0,-1 0-1,-17-18 1,5 11-60,-1 2 0,-2 0 0,1 4 0,-2-1 0,-1 1 0,0 1 1,-59-23-1,49 25-850,1 3-1,-3 0 1,0 3 0,-1 1 0,-78-6 0,83 17-1563,6 3 971</inkml:trace>
  <inkml:trace contextRef="#ctx1" brushRef="#br0">10478 5427 5529,'0'0'80,"0"0"-1,0 0 1,0 0-1,0 0 1,0 0-1,5 2 1590,-5-2-1590,0 0 1,0 0-1,0 0 1,0 0-1,0 0 1,0 0-1,0 0 0,0 3 1,0-3-1,0 0 1,0 0-1,0 0 1,0 0-1,0 0 1,0 0-1,0 0 1,-2 2 1350,2-2-1351,0 1 1,0-1-1,0 0 1,0 0-1,0 0 1,0 0-1,-19 18 1828,-38 23-1290,-87 59-257,-164 147-1,256-205-326,-282 221 131,-106 87 51,351-271-184,-313 265 88,395-339-117,-61 42 92,-94 89-1,157-129-3224,10-9 1962</inkml:trace>
  <inkml:trace contextRef="#ctx1" brushRef="#br0">9933 4524 5049,'-2'-12'776,"-3"1"4287,-16 21-2688,-94 61-2126,-164 140 0,244-182-204,-715 617 72,565-479-101,-392 378 92,326-305 8,233-223-116,8-8-13,0 2 0,1-3 0,-1 3 1,2-1-1,-7 14 0,15-24-82,0 0 1,0 0 0,0 2-1,0-2 1,0 0 0,0 0-1,2 0 1,-2 0 0,0 3-1,0-3 1,0 0-1,0 0 1,1 0 0,-1 0-1,0 0 1,0 2 0,0-2-1,4 0 1,-4 0 0,0 0-1,0 0 1,0 0 0,1 0-1,-1 0 1,0 0 0,0 0-1,2 0 1,-2 0 0,0 0-1,0 0 1,0 0-1,3 0 1,-3 0 0,0 0-1,0 0 1,2 0 0,-2 0-1,0-2 1,26-1 236,4-10-264</inkml:trace>
  <inkml:trace contextRef="#ctx1" brushRef="#br0">8181 7080 7154,'-3'-9'1030,"-2"-1"1,-1 0 0,1 2-1,-2 0 1,-7-12 0,-12-15 5,11 12-689,-3-1 1,0-1 0,2 4-1,-3 0 1,-1-1 0,-2 2-1,1 4 1,-4-4 0,3 4-1,-3 0 1,-1 3 0,2-3-1,-2 6 1,-2-3 0,-48-11-1,53 17-301,-1 1-1,0 1 1,1 3 0,-1-3-1,-1 5 1,3 0-1,-27 4 1,39-4-78,-1 1 1,0 1 0,1 3-1,-1-4 1,-1 4-1,2 0 1,1-2-1,-1 2 1,0 2-1,1-2 1,-1 1 0,2 0-1,0 3 1,-2-3-1,3 2 1,-1-1-1,-6 15 1,1-2 1,1-1 1,1 1 0,3 1-1,0 0 1,-2-2-1,4 4 1,2-2-1,-2 4 1,3-4-1,-1 0 1,1 3 0,3 36-1,3-31-31,-1-1-1,3-1 1,-2 3-1,4-4 1,-1 1-1,4-1 1,-2 2-1,3-2 1,23 39-1,-27-54 17,-1 0 0,2-1 0,2 0 0,-2 0 0,0-1 0,2-1 0,-2 0 0,4 2 0,-3-3 0,3-1 0,-1 1 0,21 7 0,-15-7 6,0-1-1,1-1 1,-1-3 0,0 3 0,1-4-1,-2 1 1,2-2 0,28-2-1,-12-3 6,1-1-1,-1-1 1,1-1-1,0-3 1,-2 1-1,-1-3 1,1-3-1,48-29 1,-55 28 34,-1-2 0,0-1 0,-1 1 0,-3-4 0,0 1 0,2-1 0,-4-3 0,-2 3 0,1-3 0,-1-3 0,19-44 0,-31 60 37,0 2 1,-4-2 0,1 0 0,1 0-1,-3 0 1,2 3 0,-2-3-1,-2 0 1,2 0 0,-3 0 0,1 0-1,1 2 1,-2-2 0,-1 0-1,-1 1 1,1-1 0,-3 4 0,-8-22-1,4 13 66,-2 2-1,0 0 1,0-1-1,0 1 1,-1 2-1,-1 1 1,-1 0 0,0 0-1,-2 0 1,-29-15-1,31 22-191,1-1 0,0 1 0,-1 1 0,2 0-1,-1 2 1,-3-1 0,3 3 0,-33-1 0,32 2-976,-1 0 0,1 2 1,-2 3-1,4-4 0,-22 7 0,-6 9-834</inkml:trace>
  <inkml:trace contextRef="#ctx1" brushRef="#br0">8181 7393 6073,'-10'0'3441,"-13"0"1350,23 1-4751,-1-1-1,-1 0 0,2 3 1,-3-3-1,3 0 0,-2 2 1,2-2-1,-1 0 0,1 2 1,-3-2-1,3 3 1,0-3-1,-2 1 0,2-1 1,-2 2-1,2 1 0,0-3 1,0 2-1,-3-2 0,3 2 1,0 1-1,0-3 1,0 3-1,-84 270-255,61-183 172,-66 150 1,-62 78 88,76-169 39,-90 265-1,61-111-211,65-199 204,2-3 140,35-97-277,-2 3 222,4-9 422,-2-1-503,2 3 0,0-2 0,0 1 0,-3 1 0,3-3-1,0 3 1,-2-2 0,2 0 0,-2 2 0,2-3 0,-3 3-1,3 0 1,-1-2 0,1 2 0,-5-1 0,-8-6 282,-2 1 1,1-1 0,-4 3 0,-16-5 0,4 3-261,8 1-118,-1 0 1,0 4-1,1-1 0,-1 2 1,-1 0-1,-35 6 0,-43 1-115,107-10 7,1 1 0,-1 0 0,2-2 0,-4 2 0,2-3 0,0 0-1,-2 4 1,7-8 0,16-13 66,-13 12 48,1-1-1,-1-2 1,0 0 0,0 0 0,0 0 0,18-33 0,50-101 0,-63 114-7,32-77-49,56-183-1,-82 220 92,159-579 79,-172 606-83,23-67-1,-27 97-22,-1 1 0,1 0 1,1-1-1,2 2 0,0 1 1,-1-2-1,20-21 0,-6 15-926,-3-3-1,-4 1 1,2-1-1,-1-2 1,13-28 0,-8 4 367</inkml:trace>
  <inkml:trace contextRef="#ctx1" brushRef="#br0">7232 6874 5201,'-13'5'8192,"-15"5"-5828,-48 19-2092,-81 24-142,1 11-1,-192 101 1,218-94-133,-383 231 32,363-190 34,91-67-20,-2-1 0,-131 70 0,179-108-35,-35 17 13,46-22-21,0-1 1,-1 2-1,2 1 1,-1-3-1,-1 2 1,1-1-1,2 3 1,-2-3 0,-1-1-1,2 2 1,-1 1-1,2-1 1,-3-1-1,1 6 1,2-7-4,0 0 0,0 3 0,0-3-1,0 2 1,0-2 0,0 0 0,0 1 0,0-1 0,0 4 0,0-4 0,0 0-1,2 1 1,-2-1 0,0 2 0,0-2 0,0 0 0,3 3 0,-3-3 0,0 0 0,0 2-1,2-2 1,-2 0 0,0 1 0,1-1 0,-1 0 0,0 0 0,3 0 0,-3 4-1,0-4 1,2 0 0,-2 0 0,2 0 0,-2 0 0,0 0 0,3 1 0,-3-1-1,2 0 1,-2 0 0,1 0 0,56 2-200,-25-2 141,-19 3 64,26 0 23,0 4 1,0 3 0,45 11 0,-82-20-22,-2-1 1,3 3 0,-1-3 0,-2 2-1,2-2 1,1 2 0,-3-2 0,1 3 0,-1-1-1,2-2 1,-2 1 0,3 2 0,-1-1-1,-2 0 1,0-2 0,1 3-1,-1-3 1,0 2-1,4-2 1,-4 1-1,0-1 1,1 3-1,-1-3 1,2 2-1,-2-2 1,3 0-1,-3 2 1,2-2-1,-2 0 1,1 3 0,3-3 11,-4 0-14,0 0 1,0 0 0,0 0 0,0 0-1,0-3 1,0 3 0,1 0-1,-1 0 1,0 0 0,0 0 0,0 0-1,0 0 1,0 0 0,0 0 0,0 0-1,0-2 1,0 2 0,0 0 0,0 0-1,0 0 1,0 0 0,0 0 0,0 0-1,0 0 1,0 0 0,0-2 0,0 2-1,0 0 1,-1 0 0,1 0 0,0 0-1,0 0 1,0 0 0,0 0 0,0 0-1,39-35-67,77-56 56,4 5 1,158-78 0,-212 122 8,2-3 0,62-54 0,-65 49 0,125-77 0,-124 91 9,-1 4 1,5 4 0,98-28-1,-147 54 65,-9 8-3937,-4-4 2284</inkml:trace>
  <inkml:trace contextRef="#ctx1" brushRef="#br0">13526 10552 5873,'60'-394'6321,"-23"198"-5744,72-257 482,4-43-265,-45-133-59,-61 560-727,22-96-1,4-7-2,-33 164-5,16-96 41,-7-1 0,-2-140 0,-1 193 3,1 12-1326,-9 14-2376,1 19 3102</inkml:trace>
  <inkml:trace contextRef="#ctx1" brushRef="#br0">15101 10533 4113,'9'39'1662,"-8"-26"-1571,2 0 0,1 0 0,-4 0 0,3 0 1,-3 0-1,0 0 0,0 0 0,-3 0 0,3 0 1,-2 0-1,-3 0 0,4-2 0,-4 2 0,1 0 1,0-3-1,-3 3 0,2-2 0,-1 0 0,-2-1 1,1 1-1,-1 1 0,-10 9 0,0-3-50,2-2 0,-3 2 0,-1-4 0,1 3 0,-4-4-1,2 0 1,0-4 0,-2 4 0,0-3 0,-38 11 0,57-19-47,-249 61 353,221-58 95,-1-2 1,1 0 0,-1-1-1,3-2 1,-3-2 0,-33-7-1,-9-8 338,4-2 1,-87-38-1,140 51-739,2-1 1,0-1 0,0-2 0,-2 2 0,-26-24-1,38 27-31,-1-2 0,4 4 0,-4-3 0,2-1 0,1 2 0,0-1 0,-1-1 0,1 1 0,2-2 0,-3 1 0,3 1 0,1-1-1,-2-2 1,1 2 0,0-1 0,2 2 0,-3-14 0,13-95-2900,-9 92 1851</inkml:trace>
  <inkml:trace contextRef="#ctx1" brushRef="#br0">16401 11398 5337,'0'0'403,"38"5"726,-24-5-979,2 0-1,-1-2 1,0-1-1,1 1 1,-2-2-1,1 0 1,-2-1-1,3 1 1,-3-3-1,2 1 0,-2-3 1,0 3-1,0-2 1,13-15-1,0 2 212,-5-3-1,3 1 1,-5-3-1,3 0 1,21-42-1,-10 21-53,43-49 0,-50 69-204,-3-4 0,1-2 1,-3 1-1,23-46 0,-44 78-89,0-1 0,0 1 0,0 0 0,0-2 0,0 2 0,0 0 0,0 0 0,0-3 0,0 3 0,0 0 0,0-2 0,0 2 0,0 0 0,0 0 1,0-2-1,0 2 0,-2 0 0,2 0 0,0-3 0,0 3 0,0 0 0,0 0 0,-3-1 0,3 1 0,0 0 0,0 0 0,-2 0 0,2 0 0,0-2 0,0 2 0,-1 0 0,1 0 0,0 0 0,0 0 0,-3 0 0,3 0 0,0 0 0,0 0 0,-2-3 0,-39-5 198,12 1-81,26 7-115,-23-8 148,-3-2 1,3-3 0,0 4 0,0-4 0,0-4 0,-29-18 0,-4-11 164,-4 4 1,-110-55-1,-61-41 0,219 130-289,1-2-1,-2 2 1,-20-7-1,20 9 30,3 1-1,0-2 1,0 1 0,0-2-1,-20-15 1,4-3-5,-2 3 0,-40-22 0,-77-46-16,119 75-191,-2 1 1,1 2-1,-48-11 1,42 11-2117</inkml:trace>
  <inkml:trace contextRef="#ctx1" brushRef="#br0">13349 9844 5553,'-29'-3'6453,"25"1"-6186,-2 2 0,1 0-1,-1 0 1,1 0 0,-2 0 0,-6 2 0,-16 4-14,0 6 0,-52 22 0,18-5-151,-1-3-61,3 3-1,-1 3 1,4 4-1,-1 0 1,4 3-1,0 5 1,-91 90-1,81-67 0,-4-2 0,-3-5 0,-1-2-1,-5-3 1,-110 59 0,138-83 7,-72 54 1,48-26 62,17-17-33,33-22-37,1-4 1,-35 21 0,-382 202 26,438-239-86,2 0 1,0 1 0,-3-1 0,3 0-1,0 2 1,0-2 0,-1 3-1,1-3 1,0 0 0,0 2-1,0-2 1,0 1 0,0-1 0,0 3-1,-2-3 1,2 2 0,0-2-1,0 0 1,0 2 0,0-2-1,2 3 1,-2-3 0,0 2 0,0-2-1,0 1 1,0-1 0,1 3-1,-1 25-1910,-8-10 1157</inkml:trace>
  <inkml:trace contextRef="#ctx1" brushRef="#br0">13820 13156 5449,'0'0'167,"0"0"0,0 0-1,3 0 1,-3 3 0,0-3-1,0 0 1,0 0 0,0 0-1,0 0 1,2 2 0,-2-2 0,0 0-1,0 0 1,0 0 0,0 0-1,0 2 1,0-2 0,0 0 0,0 0-1,0 0 1,0 3 0,0-3-1,0 0 1,0 0 0,0 0-1,0 1 1,0-1 0,0 0 0,0 2-1,-46 197 480,1 4-597,25-141-20,12-40-11,-1 1-1,2 0 1,-1 27 0,6-45-820,2-10-280,0 3 1062,-3-15-639</inkml:trace>
  <inkml:trace contextRef="#ctx1" brushRef="#br0">13818 13620 5577,'2'2'47,"1"0"-1,-1-2 1,2 3-1,-2-2 1,0-1-1,3 2 1,-4-2-1,2 0 1,1 3-1,-1-3 0,-1 0 1,2 0-1,-2 2 1,0-2-1,2-2 1,-2 2-1,3 0 1,-3 0-1,1 0 1,3-3-1,66-20-128,-58 17 155,45-20-45,-1-5 0,-1-1 0,89-66 0,40-27 5,-12 28 48,249-154 457,-113 69-307,-179 109-228,-1-5-1,131-109 1,-126 79 157,155-100 0,-256 187 570,-13 3-317</inkml:trace>
  <inkml:trace contextRef="#ctx1" brushRef="#br0">16929 11292 9616,'8'-24'-50,"-1"11"-203,6-10-276,-12 23 527,-1 0 0,0 0 0,0-3 0,0 3 0,0 0 0,0 0 1,0-2-1,0 2 0,0 0 0,0 0 0,0 0 0,0-1 0,0 1 1,-1 0-1,1 0 0,0 0 0,0-4 0,0 4 0,0 0 0,0 0 0,0 0 1,0-1-1,-4 1 0,4 0 0,0 0 0,0 0 0,0 0 0,0 0 1,0-2-1,-1 2 0,1 0 0,0 0 0,0 0 0,0 0 0,-2 0 1,2 0-1,0 0 0,0 0 0,0 0 0,-3 0 0,3 0 0,0 0 0,0 0 1,-2 0-1,2 0 0,-1 2 0,-3-2 1,3 1-1,-1 3 1,-1-3-1,1 4 0,1-3 1,1-1-1,-4 2 1,3-1-1,1 0 0,-2 3 1,2-4-1,-3 2 1,3-1-1,0 3 1,-2 1-1,2-2-11,-6 20 2</inkml:trace>
  <inkml:trace contextRef="#ctx1" brushRef="#br0">16243 12220 4785,'13'-2'489,"-3"-1"-1,3 1 1,-2-2 0,2 0-1,-2-1 1,-1 1 0,1-3 0,1 1-1,14-9 1,6-5 255,17-10-367,-1-4 0,-1-1 0,-3-3 0,2-1 0,-6-4 0,49-60 0,93-76-312,-181 174 97,1 4-1,3-3 0,-3 3 1,1-4-1,-2 3 0,1 1 1,1-4-1,-1 0 0,3-3 1,-2-7 763</inkml:trace>
  <inkml:trace contextRef="#ctx1" brushRef="#br0">17036 11123 6057,'-7'2'784,"-1"3"745,-3 6-705,-2 23-520,-2 13-136,-4 36-144,-1 13 0,4 4-8,3 2-8,10-9 8,-2-12 200,5-28-2600,-5-20 1872</inkml:trace>
  <inkml:trace contextRef="#ctx1" brushRef="#br0">13522 13652 5385,'-7'-16'6914,"-12"-1"-4428,-22-13-1761,35 25-58,-247-159 1505,-26 3-1851,194 119-196,6-3-1,-132-96 1,143 82-126,-287-208-6,278 218 1,4 1 1,2-8-1,-103-94 0,106 64 6,49 60 2,-1 0 1,-35-33-1,34 42-21,-13-17 55,-63-43-1,84 69-70,-4-2 0,3 2-1,-1 2 1,-1-2-1,1 3 1,1-2-1,-4 3 1,-19-5-1,37 9-74,-2 0 0,2 0-1,0 2 1,0-2 0,-2 0-1,2-2 1,0 2-1,-3 0 1,3 0 0,0 0-1,-2 0 1,2 0 0,0 0-1,0 0 1,-1 0-1,1 0 1,0-1 0,-3 1-1,3 0 1,0 0 0,0 0-1,-2-3 1,2 3 0,0 0-1,0 0 1,0-2-1,-2 2 1,2 0 0,0 0-1,0-2 1,0 2 0,0 0-1,0 0 1,0-3-1,-3 1 1,19-22-5157,4 3 3980</inkml:trace>
  <inkml:trace contextRef="#ctx1" brushRef="#br0">11150 11409 7778,'-10'2'648,"-3"4"232,3 7-168,-3 13-320,2 10-192,3 19-176,3 10-8,10 10-8,8 3-8,10-12-624,9-9 160</inkml:trace>
  <inkml:trace contextRef="#ctx1" brushRef="#br0">15051 10092 5697,'0'-1'578,"0"-4"0,0 3 0,-1-1 0,1 0 0,0-1 0,-4 3 0,4-4 0,-1 3 0,1 1 0,-2-4 0,-1 3 0,1-3 0,-32-29 1908,16 23-1982,0-1-1,-29-9 1,7 3-344,1 4-1,-3 1 1,0 0 0,-1 5 0,1-2 0,-2 4 0,1 2 0,0 1 0,-60 6-1,65-1-181,1 4-1,1 1 0,-1-1 1,3 6-1,-3-2 1,3 3-1,-2-1 0,2 5 1,1-1-1,1 3 0,-35 27 1,29-15 15,0 1 1,1 1 0,3 4 0,-55 68 0,76-87-5,-2 2-1,4 1 1,-2-2-1,3 2 1,0 2 0,2-2-1,0 3 1,2-3-1,-1 4 1,2-3 0,4 3-1,-6 25 1,9-35-10,-1-1-1,3 3 1,-3-3 0,4 1-1,-2 1 1,4-1 0,-2-2-1,1 1 1,2-1 0,-1 3 0,19 20-1,-15-20 7,2-1-1,0-1 1,0 3-1,2-4 1,1 0 0,-2 0-1,1-4 1,35 22-1,-19-18 11,-2-2-1,4-1 1,-2 0 0,1-2-1,44 3 1,161 4 16,-200-13-10,-32-2 1,63 3-1,2-3 0,131-16 0,-180 12 10,-1 0 1,3-1-1,-4-2 0,2-1 0,-1 0 0,-1-2 0,0 2 0,-1-3 0,2-2 0,-4 3 0,2-3 0,0-3 0,21-23 0,-18 16 59,0-3-1,-3 0 1,1 0-1,-4 0 0,3-3 1,-5 2-1,-1-4 1,1 2-1,7-36 1,-15 47-31,-2 0 0,0 2 1,-1-2-1,-2 0 1,0 2-1,0-2 0,0 0 1,-2-1-1,-3 3 0,4-2 1,-4 0-1,-2 3 0,3-3 1,-3 2-1,-1 0 0,1 1 1,-20-30-1,17 34-120,2-2-1,-3 3 1,3-1-1,-4 2 0,-1-2 1,4 3-1,-17-12 1,-10 1-2337,-45-20 1,24 10-2167,26 14 2425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7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 5617,'-3'-2'53,"-11"-5"2721,11 8-1383,7 8-1185,43 61 184,2-2 0,97 103 1,-141-166-188,-1-1 0,2 1 1,-1-1-1,0 0 1,10 5-1,-17-11-567,-1 0-1,1 0 1,0-1-1,0 1 1,0-1 0,1 1-1,-1-1 1,-1-5 0,-1-2-571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8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28 188 5081,'-26'7'4449,"24"-6"-3219,4-1-287,13-4-579,16-6 140,0-2 0,-1 0 0,-1-2 0,0-2 0,41-28 0,-60 38-377,0 1 1,1 0-1,-1 0 0,17-5 0,7-2-128,-33 11-266,0 1 1,0-1-1,0 0 0,0 0 0,0 1 1,0-1-1,-1 0 0,1 0 1,0 0-1,0 0 0,-1 0 1,1 0-1,0 0 0,-1 0 0,1-1 1,-1 1-1,1 0 0,-1 0 1,0 0-1,0-1 0,1 1 0,-1 0 1,0-2-1,0 1 123,2-10-1059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64 505 4945,'0'-8'8675,"-9"-30"-6917,-9-39-841,-13-131 0,28 188-827,1-9-64,2-31-1,0 30-414,3 19-3828,-1-7-319,-4 12 3783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0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271 205 4897,'-7'-4'5288,"-7"-8"-3752,-47-57 1063,25 34-2409,26 24-85,-1 1 1,0 0-1,0 0 0,-19-11 1,23 18-193,0 1 0,0-1 1,0 2-1,0-1 1,0 1-1,-1 0 1,1 0-1,-10 1 1,14-4-3192,1-1 2108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2 4353,'-10'-2'6896,"-8"8"-5438,-17 10-1689,-64 58 449,2-1 454,89-67-645,6-5-27,0 1-1,0-1 1,1 0 0,-1 0-1,0 1 1,0-1 0,0-1 0,0 1-1,-1 0 1,1 0 0,-4 0 0,6-1-146,2-6-2586,0 1 1862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4969,'1'7'4487,"3"24"-2328,5 59-2589,-9-31 540,-1-33-809,4 39 0,0-49 172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4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45 101 5481,'0'-1'184,"0"1"-1,0 0 0,-1-1 1,1 1-1,0 0 1,0-1-1,0 1 1,-1 0-1,1 0 0,0-1 1,0 1-1,-1 0 1,1 0-1,0-1 1,-1 1-1,1 0 0,0 0 1,-1 0-1,1 0 1,0 0-1,-1-1 1,1 1-1,0 0 0,-1 0 1,1 0-1,0 0 1,-1 0-1,1 0 1,0 0-1,-1 0 0,1 0 1,0 0-1,-1 0 1,1 1-1,0-1 1,-1 0-1,1 0 0,-1 0 1,-1 16 923,7 20-1886,-4-36 797,0 5-21,0 0 0,0 0-1,1 0 1,0 0 0,0 0-1,1 0 1,4 8 0,-6-12 6,0 0 1,0 0-1,0 0 1,0 0-1,0 0 1,0-1-1,0 1 1,0 0-1,0 0 1,0-1-1,0 1 1,0-1-1,1 1 1,-1-1-1,0 0 1,0 1-1,1-1 1,-1 0-1,0 0 1,1 0-1,-1 0 1,0 0-1,1 0 1,-1 0-1,0 0 1,1 0-1,-1-1 1,0 1-1,0-1 1,1 1-1,-1-1 1,0 1-1,0-1 1,0 0-1,0 1 1,1-2-1,1-1 36,0 1 0,0-1 0,-1 0 0,1 0 0,-1 0 0,0-1 0,0 1 0,0 0 0,0-1 0,-1 1 0,1-1 0,1-7 0,-1 4 163,0 0-1,-1-1 1,0 0 0,0 1 0,0-14 0,-2 16-96,1 1 0,-1 0 0,0 0 0,0 0 0,0-1 0,-1 1 1,0 0-1,1 0 0,-2 1 0,1-1 0,0 0 0,-1 1 0,1-1 0,-1 1 0,0 0 1,0 0-1,-4-3 0,5 5-90,0 0 0,0-1 1,0 1-1,0 0 0,0 1 1,0-1-1,0 0 0,0 0 1,0 1-1,0 0 1,-1-1-1,1 1 0,0 0 1,0 0-1,0 0 0,-1 0 1,1 0-1,0 1 0,0-1 1,0 1-1,-1-1 0,1 1 1,0 0-1,0 0 0,0 0 1,0 0-1,1 0 0,-1 1 1,0-1-1,0 0 0,1 1 1,-1-1-1,0 1 0,-1 2 1,0 1-29,-1-1 0,1 1 1,1 0-1,-1 0 0,1 0 1,0 1-1,0-1 0,0 0 1,1 1-1,0 0 0,0-1 1,0 1-1,1-1 0,-1 1 1,1 0-1,2 9 0,-2-9 3,1-1 0,0 1 0,0-1 0,0 0 0,1 1 0,0-1-1,0 0 1,0 0 0,1 0 0,-1 0 0,1-1 0,0 1 0,1-1-1,-1 1 1,1-1 0,0 0 0,6 4 0,-9-7 1,1 0-1,-1 0 1,1 0 0,0-1 0,0 1-1,0 0 1,-1-1 0,1 1 0,0-1-1,0 0 1,0 0 0,0 0-1,0 0 1,0 0 0,0 0 0,-1 0-1,1-1 1,0 1 0,0-1 0,0 1-1,0-1 1,-1 0 0,1 1 0,0-1-1,-1 0 1,1 0 0,-1 0 0,1-1-1,-1 1 1,1 0 0,-1-1-1,0 1 1,3-3 0,2-4 13,0 0 0,-1 0-1,1-1 1,-1 1 0,3-11 0,-6 15 12,-1 0 0,1 0 0,-1-1 1,0 1-1,0-1 0,-1 1 0,0 0 0,1-1 0,-2 1 1,1-1-1,0 1 0,-1-1 0,0 1 0,-2-7 0,0 2 23,0 1-1,0 0 1,-1 0-1,-1 1 1,1-1-1,-9-9 0,12 16-31,0-1-1,0 1 1,0 0-1,-1 0 1,1-1-1,0 1 1,-1 0-1,1 0 0,-1 1 1,1-1-1,-1 0 1,0 0-1,1 1 1,-1-1-1,0 1 1,1-1-1,-1 1 1,0 0-1,0 0 0,1 0 1,-1 0-1,0 0 1,0 0-1,1 0 1,-1 1-1,0-1 1,0 0-1,1 1 1,-1 0-1,1-1 0,-1 1 1,0 0-1,1 0 1,-1 0-1,0 1 1,-2 0-9,0 1-1,1-1 1,0 1 0,0 0 0,0 0 0,0 1 0,0-1-1,0 1 1,1-1 0,0 1 0,0 0 0,0 0 0,-2 4-1,2-1-278,-3 7 4,4-7-7241,0-10 5698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5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5761,'-1'0'568,"1"-1"353,0 2-385,2 5-80,-2 9-80,0 9-16,1 15 8,-4 6-8,0 1-136,-1 0-80,-3-8-80,1-2 0,0-7 0,2-3 104,-1-8-968,3-8 640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5241,'4'5'4180,"12"15"-3910,13 5-129,-24-22-139,0 1 1,0 0 0,0 0-1,-1 1 1,0-1 0,0 1-1,0 0 1,-1 0-1,4 6 1,-2 0 7,1-1 0,0 0-1,0 0 1,1-1 0,0 1 0,1-2 0,0 1-1,18 14 1,16 19-67,-40-41-1330,-1-2 791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4817,'25'-13'4875,"78"-47"-4784,-64 42-66,8-5-4,-44 21-58,0 0 1,0 0 0,0 0 0,0 0-1,0-1 1,-1 1 0,1-1 0,-1 0-1,0 0 1,4-6 0,-5 7-192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7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2945,'-1'1'152,"-1"1"64,0-1 24,1 0 88,-2 0 104,1 0 48,-2 1-40,0-1-48,0 2-144,-1 1-80,-1 0-128,1 1-16,-1 1-48,0 0-56,1 1 1633,0 1-1169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B700-5444-4FF0-B668-D0B0E098027A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177C1-5CC9-404D-AF40-E398E397A06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54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Oppgaven er å utvikle en liten båt med en robotarm som kan plukke plast fra havet ved hjelp av en robotarm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60945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Sebastian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7885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Bendik:</a:t>
            </a:r>
          </a:p>
          <a:p>
            <a:r>
              <a:rPr lang="nb-NO" b="1"/>
              <a:t>Akselerometeret</a:t>
            </a:r>
            <a:r>
              <a:rPr lang="nb-NO"/>
              <a:t> måler lineær akselerasjon og kan brukes til å finne tilt og endring i fart.</a:t>
            </a:r>
          </a:p>
          <a:p>
            <a:endParaRPr lang="nb-NO"/>
          </a:p>
          <a:p>
            <a:r>
              <a:rPr lang="nb-NO" b="1"/>
              <a:t>Gyroskopet</a:t>
            </a:r>
            <a:r>
              <a:rPr lang="nb-NO"/>
              <a:t> måler rotasjonshastighet, og når vi integrerer dette får vi retningen til båten.</a:t>
            </a:r>
          </a:p>
          <a:p>
            <a:endParaRPr lang="nb-NO"/>
          </a:p>
          <a:p>
            <a:r>
              <a:rPr lang="nb-NO" b="1"/>
              <a:t>Magnetometeret</a:t>
            </a:r>
            <a:r>
              <a:rPr lang="nb-NO"/>
              <a:t> fungerer som et digitalt kompass og gir oss absolutt heading.</a:t>
            </a:r>
          </a:p>
          <a:p>
            <a:endParaRPr lang="nb-NO"/>
          </a:p>
          <a:p>
            <a:r>
              <a:rPr lang="nb-NO"/>
              <a:t>Alene gir ikke sensorene brukbar nok data, men ved å kombinere de og filtrere med f.eks. Kalman-filter, får vi et estimat på båtens posisjon, retning og hastighet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Lars Dale:</a:t>
            </a:r>
            <a:br>
              <a:rPr lang="nb-NO"/>
            </a:br>
            <a:r>
              <a:rPr lang="nb-NO"/>
              <a:t>For å navigere bruker vi to metoder:</a:t>
            </a:r>
          </a:p>
          <a:p>
            <a:r>
              <a:rPr lang="nb-NO" b="1"/>
              <a:t>Lattice planner</a:t>
            </a:r>
            <a:r>
              <a:rPr lang="nb-NO"/>
              <a:t> lager et rutenett av mulige bevegelser som båten kan følge. Dette gir en planlagt bane som dekker hele området systematisk.</a:t>
            </a:r>
          </a:p>
          <a:p>
            <a:endParaRPr lang="nb-NO"/>
          </a:p>
          <a:p>
            <a:r>
              <a:rPr lang="nb-NO" b="1"/>
              <a:t>Line of sight</a:t>
            </a:r>
            <a:r>
              <a:rPr lang="nb-NO"/>
              <a:t> brukes for å styre båten mot neste delmål på banen. Den sørger for at båten hele tiden retter seg inn mot punktet foran seg, noe som gir en jevn og stabil kurs.</a:t>
            </a:r>
          </a:p>
          <a:p>
            <a:r>
              <a:rPr lang="nb-NO"/>
              <a:t>Kombinert gjør dette at båten både kan planlegge søk i et område og holde en stabil retning selv i strøm.</a:t>
            </a:r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73328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/>
              <a:t>"Her ser dere en enkel skisse av båten slik vi ser den for oss. </a:t>
            </a:r>
          </a:p>
          <a:p>
            <a:r>
              <a:rPr lang="nb-NO">
                <a:highlight>
                  <a:srgbClr val="FFFF00"/>
                </a:highlight>
              </a:rPr>
              <a:t>Den er omtrent 1 meter lang og 0,4 meter bred.</a:t>
            </a:r>
          </a:p>
          <a:p>
            <a:endParaRPr lang="nb-NO">
              <a:highlight>
                <a:srgbClr val="FFFF00"/>
              </a:highlight>
            </a:endParaRPr>
          </a:p>
          <a:p>
            <a:r>
              <a:rPr lang="nb-NO" b="1"/>
              <a:t> Vi har tegnet inn en robotarm foran, som har minst fire frihetsgrader og en griper for å kunne plukke plast fra vannet.</a:t>
            </a:r>
          </a:p>
          <a:p>
            <a:r>
              <a:rPr lang="nb-NO"/>
              <a:t> </a:t>
            </a:r>
            <a:r>
              <a:rPr lang="nb-NO">
                <a:highlight>
                  <a:srgbClr val="00FF00"/>
                </a:highlight>
              </a:rPr>
              <a:t>Bak har vi to </a:t>
            </a:r>
            <a:r>
              <a:rPr lang="nb-NO" err="1">
                <a:highlight>
                  <a:srgbClr val="00FF00"/>
                </a:highlight>
              </a:rPr>
              <a:t>thrustere</a:t>
            </a:r>
            <a:r>
              <a:rPr lang="nb-NO">
                <a:highlight>
                  <a:srgbClr val="00FF00"/>
                </a:highlight>
              </a:rPr>
              <a:t> som gir fremdrift og styring ved å variere kraften mellom dem. </a:t>
            </a:r>
          </a:p>
          <a:p>
            <a:endParaRPr lang="nb-NO">
              <a:highlight>
                <a:srgbClr val="00FF00"/>
              </a:highlight>
            </a:endParaRPr>
          </a:p>
          <a:p>
            <a:r>
              <a:rPr lang="nb-NO" b="1"/>
              <a:t>Midt på båten ser dere et lasterom hvor vi kan samle opp plasten vi henter.</a:t>
            </a:r>
          </a:p>
          <a:p>
            <a:r>
              <a:rPr lang="nb-NO">
                <a:solidFill>
                  <a:srgbClr val="FF0000"/>
                </a:solidFill>
                <a:highlight>
                  <a:srgbClr val="00FFFF"/>
                </a:highlight>
              </a:rPr>
              <a:t> Dette designet gir oss et enkelt, stabilt og funksjonelt utgangspunkt som vi kan bygge videre på."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1031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3FFF-CD0A-0E1E-1228-0DCC2783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ED29003-946D-81B7-3D09-A54C6D4EB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D06A2752-3DB4-8848-4D72-E19812A7C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 parameters: </a:t>
            </a:r>
            <a:r>
              <a:rPr lang="nb-NO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Denavit</a:t>
            </a:r>
            <a:r>
              <a:rPr lang="nb-NO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nb-NO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Hartenberg</a:t>
            </a:r>
            <a:r>
              <a:rPr lang="nb-NO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parameters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Lars Helge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7CB32B4-2B22-4881-689E-724F6BD8C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269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73B700-C501-3A5B-1965-DA943D3FD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4B937722-BA0F-FFB0-FEEA-7F853119B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AE205B3-80A2-52CC-6370-2F09FD80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7A3F6F2-01C3-22E3-2BB4-2DC66DF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7D61D35-4A5D-0020-C880-FB323B61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177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998AE5-7E97-D67E-F8E4-687A68E2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201D435-9BFE-E121-0A0D-E3C75ED6D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A006513-1ACD-AF88-1774-4D9CB2DF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309DC0C-3088-7228-FD09-4EF4C485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FEA7492-E018-69D7-108E-3B4339F9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008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54F6D5-7DBD-7369-3602-3C2EC3EF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82898BD-74D6-1B2B-D417-FD8E9B6D1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C3B7B4F-1924-B11A-E9B2-EE286B0E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C7B680F-3E7F-F8E8-1E9E-A80CD8A5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3E93AD0-C40B-C3F6-CB2E-A898F6D5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112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92B943-7FCB-693A-B9A5-A66CCB6C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1EE3DEB-F2C1-83DB-CA8C-018F2EEFE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4111165-35A0-AB76-81B7-C5178E8B5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059741B-62C4-D90C-240E-6DAB3DF8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B2DB8AB-C04C-6959-9756-D9C57D6A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86ADCE7-BDF3-ACB3-1150-C6197B6B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281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79D0103-B6B5-084A-9EA3-6048661C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F0F26E4-FA9E-E873-A34A-BCBD8FCD0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F3325D2-1439-6EDF-05D4-2E139626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720C957-84E9-1DC4-25E4-3F3E03850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AAC8081-D257-7A4D-107A-58093CD06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8766464A-6477-5FF9-AECA-4DCC3A8A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F1208CCF-1251-C710-603F-27AB3A00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8090C2D-7202-46D2-FDC9-58EEC1A4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695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F3C8287-BFB8-341C-5F61-D9841C03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44CB82D-E00D-603B-5A33-5AEFE7FD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4C397C74-A379-7542-6C5E-6AFF6ED1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779F48D-C0D7-9E5E-CDC4-7160E1A7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042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49800AD-68D6-447A-E70B-F14E4130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DD3620D-2B1A-1950-714A-92E3885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02BAD4A-F122-F2DF-68ED-70CFCE9B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182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4EF3723-14BF-93B5-4006-9BEF5ECB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7B55CC5-C165-B72B-4114-73543155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B2A680B-46AB-D998-F60A-9CDD2333B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B81EBBE-02BB-D94A-A60C-0C4A0B51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3A14068-8DAF-27E8-52F2-5D0712DB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58BE570-CAF7-39BF-256D-B4E8F51F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6086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DCCDE88-0A0B-6F5E-2131-F39EFCD1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4EF1D255-5C8E-0D42-6442-A35421E9E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3ACB8-EC5A-015E-4633-5C4205BE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0FFD168-1BCA-EE39-E336-38FBE8E2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CA169B7-B03B-D47A-3BC8-B9E06FA9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048FE86-4779-A1BE-69E5-C9C0846C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88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B3F2D4-0630-0716-83A2-4745E66C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252DB80-4363-5B96-5A6E-0D10D0C9C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A6B2C68-5170-78FB-B20E-AE676649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57AAB0E-2F88-A970-0909-61E9AD8D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B620392-8636-22DC-C277-9E666B96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412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870EBBBD-2961-996A-F223-A59FFAAF5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76D75AF-94A1-E24F-3309-32D86478F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BAE267E-2D53-FDB9-6666-791F3A78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655BD82-94CE-6B45-6D95-7FD4ED86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A1573F4-AEBD-4401-2069-FF590D42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09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53CAAAB-52D5-0E15-82E0-AE586417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B2F9448-45FE-2CBB-093E-FFF44D35E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0464A98-6FE9-E89D-4F69-36AA39D53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B9496-D566-416D-AEBF-EE70F0E7264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1CA10E4-5D17-F3D4-B37B-628D97224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C22DD38-E8B7-DD31-4758-AA011B2EF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716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alvert.ch/maurice/2018/06/12/intel-realsense-d435-review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lvert.ch/maurice/2018/06/12/intel-realsense-d435-review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5E663C9-68FF-A917-348C-DBA374C34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Robot design challenge 4: Small boat with manipulator for picking plastic</a:t>
            </a:r>
            <a:endParaRPr lang="nb-NO" sz="4200"/>
          </a:p>
        </p:txBody>
      </p:sp>
      <p:sp>
        <p:nvSpPr>
          <p:cNvPr id="5" name="AutoShape 4" descr="SL40 Small Unmanned Surface Vehicle | Multi-Function Small Unmanned Surface  Vehicle for Hydrographic Survey">
            <a:extLst>
              <a:ext uri="{FF2B5EF4-FFF2-40B4-BE49-F238E27FC236}">
                <a16:creationId xmlns:a16="http://schemas.microsoft.com/office/drawing/2014/main" id="{C2E646AC-B130-BF43-E113-B482EDE57E1A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890339" y="4636008"/>
            <a:ext cx="3734014" cy="1572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nb-NO"/>
              <a:t>Bendik, Lars, Lars &amp; Sebastian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165BB957-AE47-3A40-54DD-547A2FC5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64" r="14081" b="-2"/>
          <a:stretch>
            <a:fillRect/>
          </a:stretch>
        </p:blipFill>
        <p:spPr>
          <a:xfrm>
            <a:off x="5782736" y="-31526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939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5DE69AD-2C05-8842-893B-FAE18045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Kinematic</a:t>
            </a:r>
            <a:r>
              <a:rPr lang="nb-NO" sz="4000">
                <a:solidFill>
                  <a:srgbClr val="FFFFFF"/>
                </a:solidFill>
              </a:rPr>
              <a:t> </a:t>
            </a:r>
            <a:r>
              <a:rPr lang="nb-NO" sz="4000" err="1">
                <a:solidFill>
                  <a:srgbClr val="FFFFFF"/>
                </a:solidFill>
              </a:rPr>
              <a:t>equations</a:t>
            </a:r>
            <a:endParaRPr lang="nb-NO" sz="4000">
              <a:solidFill>
                <a:srgbClr val="FFFFFF"/>
              </a:solidFill>
            </a:endParaRPr>
          </a:p>
        </p:txBody>
      </p:sp>
      <p:pic>
        <p:nvPicPr>
          <p:cNvPr id="18" name="Plassholder for innhold 17">
            <a:extLst>
              <a:ext uri="{FF2B5EF4-FFF2-40B4-BE49-F238E27FC236}">
                <a16:creationId xmlns:a16="http://schemas.microsoft.com/office/drawing/2014/main" id="{A32A3B5E-343A-C688-D595-73333FDE6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1599" y="2817207"/>
            <a:ext cx="3466408" cy="2340661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22F4B122-A976-4851-C7CC-0EFC7AE6A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178" y="1891970"/>
            <a:ext cx="5215472" cy="478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473EA-BEB2-31FC-6AF4-13DF2E51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41D86F16-1543-E107-9120-6E204CE1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093C329-905F-EEC7-AF9C-E79BEFA9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C20066-B483-D6B1-EC36-FAAFB3E5F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7313E5-3E65-49D7-4438-C0D53DB3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FA59C3-18DA-ACA6-C45F-8DAFE698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3BA4131-E115-AA5B-54CE-33C9B2E0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>
                <a:solidFill>
                  <a:srgbClr val="FFFFFF"/>
                </a:solidFill>
              </a:rPr>
              <a:t>Sensors and navigation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78E744B-C1FE-FB7A-E19B-44EA32DC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Sensors</a:t>
            </a:r>
          </a:p>
          <a:p>
            <a:pPr lvl="1"/>
            <a:r>
              <a:rPr lang="nb-NO"/>
              <a:t>IMU (</a:t>
            </a:r>
            <a:r>
              <a:rPr lang="nb-NO" err="1"/>
              <a:t>accelerometer</a:t>
            </a:r>
            <a:r>
              <a:rPr lang="nb-NO"/>
              <a:t>, </a:t>
            </a:r>
            <a:r>
              <a:rPr lang="nb-NO" err="1"/>
              <a:t>gyroscope</a:t>
            </a:r>
            <a:r>
              <a:rPr lang="nb-NO"/>
              <a:t>, magnetometer)</a:t>
            </a:r>
          </a:p>
          <a:p>
            <a:pPr lvl="1"/>
            <a:r>
              <a:rPr lang="nb-NO"/>
              <a:t>3D-camera</a:t>
            </a:r>
          </a:p>
          <a:p>
            <a:pPr lvl="1"/>
            <a:r>
              <a:rPr lang="nb-NO"/>
              <a:t>GPS</a:t>
            </a:r>
          </a:p>
          <a:p>
            <a:r>
              <a:rPr lang="nb-NO" err="1"/>
              <a:t>Navigation</a:t>
            </a:r>
            <a:endParaRPr lang="nb-NO"/>
          </a:p>
          <a:p>
            <a:pPr lvl="1"/>
            <a:r>
              <a:rPr lang="nb-NO" err="1"/>
              <a:t>Lattice</a:t>
            </a:r>
            <a:r>
              <a:rPr lang="nb-NO"/>
              <a:t> Planner</a:t>
            </a:r>
          </a:p>
          <a:p>
            <a:pPr lvl="1"/>
            <a:r>
              <a:rPr lang="nb-NO"/>
              <a:t>Line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sight</a:t>
            </a:r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2"/>
            <a:endParaRPr lang="nb-NO"/>
          </a:p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511FC4D-047C-058E-D547-9E81B036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458" y="2785339"/>
            <a:ext cx="6255165" cy="3619817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3902630F-9E3A-BAA0-B41E-79591B1E75AF}"/>
              </a:ext>
            </a:extLst>
          </p:cNvPr>
          <p:cNvSpPr txBox="1"/>
          <p:nvPr/>
        </p:nvSpPr>
        <p:spPr>
          <a:xfrm>
            <a:off x="7082370" y="6405156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4"/>
              </a:rPr>
              <a:t>Intel RealSense D435 review – Maurice's Musings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2987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E0820-3264-EF95-C1DF-CCA1095F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7FDC49C2-6AFF-B545-4963-68C9174BB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47FFF88-F418-0C47-7664-2968A5C0F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4121D-6FBF-F4C7-82DE-89B00E036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0F1CC8-ADB4-D65E-9A0C-53AEA64E6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F0A7D7-249E-570B-F259-7E649150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A109FD4-92D8-A316-3559-8595A985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Sketch</a:t>
            </a:r>
            <a:endParaRPr lang="nb-NO" sz="40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CF025E7C-3E6F-FD89-B6F2-D606012BD7E4}"/>
                  </a:ext>
                </a:extLst>
              </p14:cNvPr>
              <p14:cNvContentPartPr/>
              <p14:nvPr/>
            </p14:nvContentPartPr>
            <p14:xfrm>
              <a:off x="1495423" y="2147634"/>
              <a:ext cx="8658225" cy="4556125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CF025E7C-3E6F-FD89-B6F2-D606012BD7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6424" y="2138634"/>
                <a:ext cx="8675864" cy="4573765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pe 24">
            <a:extLst>
              <a:ext uri="{FF2B5EF4-FFF2-40B4-BE49-F238E27FC236}">
                <a16:creationId xmlns:a16="http://schemas.microsoft.com/office/drawing/2014/main" id="{670BFA35-5D7A-8E70-A376-D84F687352E4}"/>
              </a:ext>
            </a:extLst>
          </p:cNvPr>
          <p:cNvGrpSpPr/>
          <p:nvPr/>
        </p:nvGrpSpPr>
        <p:grpSpPr>
          <a:xfrm>
            <a:off x="3287277" y="5245753"/>
            <a:ext cx="257040" cy="334440"/>
            <a:chOff x="3287277" y="5245753"/>
            <a:chExt cx="2570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Håndskrift 4">
                  <a:extLst>
                    <a:ext uri="{FF2B5EF4-FFF2-40B4-BE49-F238E27FC236}">
                      <a16:creationId xmlns:a16="http://schemas.microsoft.com/office/drawing/2014/main" id="{F752EB98-636C-0F24-598E-55EE3D3FED2F}"/>
                    </a:ext>
                  </a:extLst>
                </p14:cNvPr>
                <p14:cNvContentPartPr/>
                <p14:nvPr/>
              </p14:nvContentPartPr>
              <p14:xfrm>
                <a:off x="3287277" y="5453473"/>
                <a:ext cx="103320" cy="126720"/>
              </p14:xfrm>
            </p:contentPart>
          </mc:Choice>
          <mc:Fallback>
            <p:pic>
              <p:nvPicPr>
                <p:cNvPr id="5" name="Håndskrift 4">
                  <a:extLst>
                    <a:ext uri="{FF2B5EF4-FFF2-40B4-BE49-F238E27FC236}">
                      <a16:creationId xmlns:a16="http://schemas.microsoft.com/office/drawing/2014/main" id="{F752EB98-636C-0F24-598E-55EE3D3FED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81157" y="5447336"/>
                  <a:ext cx="115560" cy="138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Håndskrift 5">
                  <a:extLst>
                    <a:ext uri="{FF2B5EF4-FFF2-40B4-BE49-F238E27FC236}">
                      <a16:creationId xmlns:a16="http://schemas.microsoft.com/office/drawing/2014/main" id="{F60AC888-D986-C8F8-8607-989F58AB838D}"/>
                    </a:ext>
                  </a:extLst>
                </p14:cNvPr>
                <p14:cNvContentPartPr/>
                <p14:nvPr/>
              </p14:nvContentPartPr>
              <p14:xfrm>
                <a:off x="3412557" y="5498473"/>
                <a:ext cx="128160" cy="70560"/>
              </p14:xfrm>
            </p:contentPart>
          </mc:Choice>
          <mc:Fallback>
            <p:pic>
              <p:nvPicPr>
                <p:cNvPr id="6" name="Håndskrift 5">
                  <a:extLst>
                    <a:ext uri="{FF2B5EF4-FFF2-40B4-BE49-F238E27FC236}">
                      <a16:creationId xmlns:a16="http://schemas.microsoft.com/office/drawing/2014/main" id="{F60AC888-D986-C8F8-8607-989F58AB83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06454" y="5492353"/>
                  <a:ext cx="140366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Håndskrift 6">
                  <a:extLst>
                    <a:ext uri="{FF2B5EF4-FFF2-40B4-BE49-F238E27FC236}">
                      <a16:creationId xmlns:a16="http://schemas.microsoft.com/office/drawing/2014/main" id="{D335FDAB-15F1-29D7-4F78-24961688EAA2}"/>
                    </a:ext>
                  </a:extLst>
                </p14:cNvPr>
                <p14:cNvContentPartPr/>
                <p14:nvPr/>
              </p14:nvContentPartPr>
              <p14:xfrm>
                <a:off x="3521277" y="5319553"/>
                <a:ext cx="23040" cy="182160"/>
              </p14:xfrm>
            </p:contentPart>
          </mc:Choice>
          <mc:Fallback>
            <p:pic>
              <p:nvPicPr>
                <p:cNvPr id="7" name="Håndskrift 6">
                  <a:extLst>
                    <a:ext uri="{FF2B5EF4-FFF2-40B4-BE49-F238E27FC236}">
                      <a16:creationId xmlns:a16="http://schemas.microsoft.com/office/drawing/2014/main" id="{D335FDAB-15F1-29D7-4F78-24961688EA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15157" y="5313433"/>
                  <a:ext cx="35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Håndskrift 8">
                  <a:extLst>
                    <a:ext uri="{FF2B5EF4-FFF2-40B4-BE49-F238E27FC236}">
                      <a16:creationId xmlns:a16="http://schemas.microsoft.com/office/drawing/2014/main" id="{0672F1E6-7BF1-B4C3-BD79-D55E33F4DB74}"/>
                    </a:ext>
                  </a:extLst>
                </p14:cNvPr>
                <p14:cNvContentPartPr/>
                <p14:nvPr/>
              </p14:nvContentPartPr>
              <p14:xfrm>
                <a:off x="3416877" y="5245753"/>
                <a:ext cx="97560" cy="74160"/>
              </p14:xfrm>
            </p:contentPart>
          </mc:Choice>
          <mc:Fallback>
            <p:pic>
              <p:nvPicPr>
                <p:cNvPr id="9" name="Håndskrift 8">
                  <a:extLst>
                    <a:ext uri="{FF2B5EF4-FFF2-40B4-BE49-F238E27FC236}">
                      <a16:creationId xmlns:a16="http://schemas.microsoft.com/office/drawing/2014/main" id="{0672F1E6-7BF1-B4C3-BD79-D55E33F4DB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10757" y="5239633"/>
                  <a:ext cx="109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Håndskrift 9">
                  <a:extLst>
                    <a:ext uri="{FF2B5EF4-FFF2-40B4-BE49-F238E27FC236}">
                      <a16:creationId xmlns:a16="http://schemas.microsoft.com/office/drawing/2014/main" id="{E02F0980-8DE6-CF5F-DAF1-76D83273459F}"/>
                    </a:ext>
                  </a:extLst>
                </p14:cNvPr>
                <p14:cNvContentPartPr/>
                <p14:nvPr/>
              </p14:nvContentPartPr>
              <p14:xfrm>
                <a:off x="3318597" y="5264833"/>
                <a:ext cx="106560" cy="68040"/>
              </p14:xfrm>
            </p:contentPart>
          </mc:Choice>
          <mc:Fallback>
            <p:pic>
              <p:nvPicPr>
                <p:cNvPr id="10" name="Håndskrift 9">
                  <a:extLst>
                    <a:ext uri="{FF2B5EF4-FFF2-40B4-BE49-F238E27FC236}">
                      <a16:creationId xmlns:a16="http://schemas.microsoft.com/office/drawing/2014/main" id="{E02F0980-8DE6-CF5F-DAF1-76D8327345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12477" y="5258713"/>
                  <a:ext cx="118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Håndskrift 10">
                  <a:extLst>
                    <a:ext uri="{FF2B5EF4-FFF2-40B4-BE49-F238E27FC236}">
                      <a16:creationId xmlns:a16="http://schemas.microsoft.com/office/drawing/2014/main" id="{E3DEB48B-27B5-85D0-6B05-0F268B98ACC6}"/>
                    </a:ext>
                  </a:extLst>
                </p14:cNvPr>
                <p14:cNvContentPartPr/>
                <p14:nvPr/>
              </p14:nvContentPartPr>
              <p14:xfrm>
                <a:off x="3293757" y="5354833"/>
                <a:ext cx="7200" cy="106200"/>
              </p14:xfrm>
            </p:contentPart>
          </mc:Choice>
          <mc:Fallback>
            <p:pic>
              <p:nvPicPr>
                <p:cNvPr id="11" name="Håndskrift 10">
                  <a:extLst>
                    <a:ext uri="{FF2B5EF4-FFF2-40B4-BE49-F238E27FC236}">
                      <a16:creationId xmlns:a16="http://schemas.microsoft.com/office/drawing/2014/main" id="{E3DEB48B-27B5-85D0-6B05-0F268B98ACC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87637" y="5348713"/>
                  <a:ext cx="19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Håndskrift 17">
                  <a:extLst>
                    <a:ext uri="{FF2B5EF4-FFF2-40B4-BE49-F238E27FC236}">
                      <a16:creationId xmlns:a16="http://schemas.microsoft.com/office/drawing/2014/main" id="{3B18DA1D-359A-C00A-9BC9-C1A862BA503D}"/>
                    </a:ext>
                  </a:extLst>
                </p14:cNvPr>
                <p14:cNvContentPartPr/>
                <p14:nvPr/>
              </p14:nvContentPartPr>
              <p14:xfrm>
                <a:off x="3325797" y="5395513"/>
                <a:ext cx="55800" cy="84240"/>
              </p14:xfrm>
            </p:contentPart>
          </mc:Choice>
          <mc:Fallback>
            <p:pic>
              <p:nvPicPr>
                <p:cNvPr id="18" name="Håndskrift 17">
                  <a:extLst>
                    <a:ext uri="{FF2B5EF4-FFF2-40B4-BE49-F238E27FC236}">
                      <a16:creationId xmlns:a16="http://schemas.microsoft.com/office/drawing/2014/main" id="{3B18DA1D-359A-C00A-9BC9-C1A862BA50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19716" y="5389367"/>
                  <a:ext cx="67962" cy="96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Håndskrift 18">
                  <a:extLst>
                    <a:ext uri="{FF2B5EF4-FFF2-40B4-BE49-F238E27FC236}">
                      <a16:creationId xmlns:a16="http://schemas.microsoft.com/office/drawing/2014/main" id="{74FE104B-7CFC-FF7C-F43E-4A5DCCADA2F1}"/>
                    </a:ext>
                  </a:extLst>
                </p14:cNvPr>
                <p14:cNvContentPartPr/>
                <p14:nvPr/>
              </p14:nvContentPartPr>
              <p14:xfrm>
                <a:off x="3400677" y="5422513"/>
                <a:ext cx="14760" cy="136800"/>
              </p14:xfrm>
            </p:contentPart>
          </mc:Choice>
          <mc:Fallback>
            <p:pic>
              <p:nvPicPr>
                <p:cNvPr id="19" name="Håndskrift 18">
                  <a:extLst>
                    <a:ext uri="{FF2B5EF4-FFF2-40B4-BE49-F238E27FC236}">
                      <a16:creationId xmlns:a16="http://schemas.microsoft.com/office/drawing/2014/main" id="{74FE104B-7CFC-FF7C-F43E-4A5DCCADA2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94557" y="5416393"/>
                  <a:ext cx="27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Håndskrift 20">
                  <a:extLst>
                    <a:ext uri="{FF2B5EF4-FFF2-40B4-BE49-F238E27FC236}">
                      <a16:creationId xmlns:a16="http://schemas.microsoft.com/office/drawing/2014/main" id="{0F19517E-FDCD-F180-921F-F218988EB7B6}"/>
                    </a:ext>
                  </a:extLst>
                </p14:cNvPr>
                <p14:cNvContentPartPr/>
                <p14:nvPr/>
              </p14:nvContentPartPr>
              <p14:xfrm>
                <a:off x="3333225" y="5324128"/>
                <a:ext cx="78840" cy="87840"/>
              </p14:xfrm>
            </p:contentPart>
          </mc:Choice>
          <mc:Fallback>
            <p:pic>
              <p:nvPicPr>
                <p:cNvPr id="21" name="Håndskrift 20">
                  <a:extLst>
                    <a:ext uri="{FF2B5EF4-FFF2-40B4-BE49-F238E27FC236}">
                      <a16:creationId xmlns:a16="http://schemas.microsoft.com/office/drawing/2014/main" id="{0F19517E-FDCD-F180-921F-F218988EB7B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27133" y="5318008"/>
                  <a:ext cx="91024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Håndskrift 21">
                  <a:extLst>
                    <a:ext uri="{FF2B5EF4-FFF2-40B4-BE49-F238E27FC236}">
                      <a16:creationId xmlns:a16="http://schemas.microsoft.com/office/drawing/2014/main" id="{DA5A117F-A261-CC58-498B-08C50CF834C3}"/>
                    </a:ext>
                  </a:extLst>
                </p14:cNvPr>
                <p14:cNvContentPartPr/>
                <p14:nvPr/>
              </p14:nvContentPartPr>
              <p14:xfrm>
                <a:off x="3427185" y="5342848"/>
                <a:ext cx="89640" cy="54000"/>
              </p14:xfrm>
            </p:contentPart>
          </mc:Choice>
          <mc:Fallback>
            <p:pic>
              <p:nvPicPr>
                <p:cNvPr id="22" name="Håndskrift 21">
                  <a:extLst>
                    <a:ext uri="{FF2B5EF4-FFF2-40B4-BE49-F238E27FC236}">
                      <a16:creationId xmlns:a16="http://schemas.microsoft.com/office/drawing/2014/main" id="{DA5A117F-A261-CC58-498B-08C50CF834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21065" y="5336728"/>
                  <a:ext cx="101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Håndskrift 23">
                  <a:extLst>
                    <a:ext uri="{FF2B5EF4-FFF2-40B4-BE49-F238E27FC236}">
                      <a16:creationId xmlns:a16="http://schemas.microsoft.com/office/drawing/2014/main" id="{77B9A2EA-9CED-F8C3-DCAA-1C20C3C52593}"/>
                    </a:ext>
                  </a:extLst>
                </p14:cNvPr>
                <p14:cNvContentPartPr/>
                <p14:nvPr/>
              </p14:nvContentPartPr>
              <p14:xfrm>
                <a:off x="3304785" y="5329168"/>
                <a:ext cx="22320" cy="19440"/>
              </p14:xfrm>
            </p:contentPart>
          </mc:Choice>
          <mc:Fallback>
            <p:pic>
              <p:nvPicPr>
                <p:cNvPr id="24" name="Håndskrift 23">
                  <a:extLst>
                    <a:ext uri="{FF2B5EF4-FFF2-40B4-BE49-F238E27FC236}">
                      <a16:creationId xmlns:a16="http://schemas.microsoft.com/office/drawing/2014/main" id="{77B9A2EA-9CED-F8C3-DCAA-1C20C3C525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98665" y="5323048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82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A732A-68C6-66AE-660C-F2D4DBE4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3D1C732C-208C-A48D-2289-D2DDEABD9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C166A072-1750-52BD-63BC-1ED4ED6A5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33413-51CE-C422-B98C-201BC8F8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DC63C-8B5F-70A4-5835-A3C57832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2317BD-077B-D4F3-B02E-C0FB78092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8FEB753-3663-071E-DB51-FDC59703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Further</a:t>
            </a:r>
            <a:r>
              <a:rPr lang="nb-NO" sz="4000">
                <a:solidFill>
                  <a:srgbClr val="FFFFFF"/>
                </a:solidFill>
              </a:rPr>
              <a:t> plans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53C31D2-4C46-431B-4DB7-D664C91F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 err="1"/>
              <a:t>Simulations</a:t>
            </a:r>
            <a:r>
              <a:rPr lang="nb-NO"/>
              <a:t> (</a:t>
            </a:r>
            <a:r>
              <a:rPr lang="nb-NO" err="1"/>
              <a:t>MatLAB</a:t>
            </a:r>
            <a:r>
              <a:rPr lang="nb-NO"/>
              <a:t>, </a:t>
            </a:r>
            <a:r>
              <a:rPr lang="nb-NO" err="1"/>
              <a:t>Gazebo</a:t>
            </a:r>
            <a:r>
              <a:rPr lang="nb-NO"/>
              <a:t>)</a:t>
            </a:r>
          </a:p>
          <a:p>
            <a:r>
              <a:rPr lang="nb-NO"/>
              <a:t>Different </a:t>
            </a:r>
            <a:r>
              <a:rPr lang="nb-NO" err="1"/>
              <a:t>equations</a:t>
            </a:r>
            <a:r>
              <a:rPr lang="nb-NO"/>
              <a:t> for </a:t>
            </a:r>
            <a:r>
              <a:rPr lang="nb-NO" err="1"/>
              <a:t>simulations</a:t>
            </a:r>
            <a:endParaRPr lang="nb-NO"/>
          </a:p>
          <a:p>
            <a:r>
              <a:rPr lang="nb-NO" err="1"/>
              <a:t>Table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DH parameters</a:t>
            </a:r>
          </a:p>
          <a:p>
            <a:pPr lvl="1"/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2"/>
            <a:endParaRPr lang="nb-NO"/>
          </a:p>
          <a:p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C1DB5A93-978C-B8C6-34A6-1B174FE04741}"/>
              </a:ext>
            </a:extLst>
          </p:cNvPr>
          <p:cNvSpPr txBox="1"/>
          <p:nvPr/>
        </p:nvSpPr>
        <p:spPr>
          <a:xfrm>
            <a:off x="7082370" y="6405156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Intel RealSense D435 review – Maurice's Musings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773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e4cac3e-628a-4b99-b964-d2cf3f74ec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B9B899B129564CA71EB27A7B80BCB6" ma:contentTypeVersion="13" ma:contentTypeDescription="Opprett et nytt dokument." ma:contentTypeScope="" ma:versionID="9863ddc3644a2c1ebc72c1e09e9cc813">
  <xsd:schema xmlns:xsd="http://www.w3.org/2001/XMLSchema" xmlns:xs="http://www.w3.org/2001/XMLSchema" xmlns:p="http://schemas.microsoft.com/office/2006/metadata/properties" xmlns:ns3="4e4cac3e-628a-4b99-b964-d2cf3f74ec45" xmlns:ns4="da83844f-cdd5-4136-b3f9-10639a938805" targetNamespace="http://schemas.microsoft.com/office/2006/metadata/properties" ma:root="true" ma:fieldsID="4df20012b5f108a683fc5d785bf62fc6" ns3:_="" ns4:_="">
    <xsd:import namespace="4e4cac3e-628a-4b99-b964-d2cf3f74ec45"/>
    <xsd:import namespace="da83844f-cdd5-4136-b3f9-10639a9388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cac3e-628a-4b99-b964-d2cf3f74e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3844f-cdd5-4136-b3f9-10639a9388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1381A4-C9C1-422D-84A6-63885FAA233B}">
  <ds:schemaRefs>
    <ds:schemaRef ds:uri="4e4cac3e-628a-4b99-b964-d2cf3f74ec45"/>
    <ds:schemaRef ds:uri="da83844f-cdd5-4136-b3f9-10639a9388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2C01D57-245A-4F0F-82A9-224EF56CCD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D38BE-399C-43DF-BEED-A8608E3DD2B3}">
  <ds:schemaRefs>
    <ds:schemaRef ds:uri="4e4cac3e-628a-4b99-b964-d2cf3f74ec45"/>
    <ds:schemaRef ds:uri="da83844f-cdd5-4136-b3f9-10639a9388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Office-tema</vt:lpstr>
      <vt:lpstr>Robot design challenge 4: Small boat with manipulator for picking plastic</vt:lpstr>
      <vt:lpstr>Kinematic equations</vt:lpstr>
      <vt:lpstr>Sensors and navigation</vt:lpstr>
      <vt:lpstr>Sketch</vt:lpstr>
      <vt:lpstr>Further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design challenge 4: Small boat with manipulator for picking plastic</dc:title>
  <dc:creator>Bendik Bergquist Pedersen</dc:creator>
  <cp:revision>1</cp:revision>
  <dcterms:created xsi:type="dcterms:W3CDTF">2025-09-29T14:07:54Z</dcterms:created>
  <dcterms:modified xsi:type="dcterms:W3CDTF">2025-10-02T09:20:27Z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0x01010087B9B899B129564CA71EB27A7B80BCB6</vt:lpwstr>
  </property>
</Properties>
</file>